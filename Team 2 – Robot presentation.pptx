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4" r:id="rId4"/>
  </p:sldMasterIdLst>
  <p:notesMasterIdLst>
    <p:notesMasterId r:id="rId36"/>
  </p:notesMasterIdLst>
  <p:handoutMasterIdLst>
    <p:handoutMasterId r:id="rId37"/>
  </p:handoutMasterIdLst>
  <p:sldIdLst>
    <p:sldId id="321" r:id="rId5"/>
    <p:sldId id="351" r:id="rId6"/>
    <p:sldId id="322" r:id="rId7"/>
    <p:sldId id="323" r:id="rId8"/>
    <p:sldId id="324" r:id="rId9"/>
    <p:sldId id="325" r:id="rId10"/>
    <p:sldId id="326" r:id="rId11"/>
    <p:sldId id="327" r:id="rId12"/>
    <p:sldId id="328" r:id="rId13"/>
    <p:sldId id="329" r:id="rId14"/>
    <p:sldId id="330" r:id="rId15"/>
    <p:sldId id="331" r:id="rId16"/>
    <p:sldId id="332" r:id="rId17"/>
    <p:sldId id="333" r:id="rId18"/>
    <p:sldId id="334" r:id="rId19"/>
    <p:sldId id="335" r:id="rId20"/>
    <p:sldId id="336" r:id="rId21"/>
    <p:sldId id="337" r:id="rId22"/>
    <p:sldId id="338" r:id="rId23"/>
    <p:sldId id="339" r:id="rId24"/>
    <p:sldId id="340" r:id="rId25"/>
    <p:sldId id="341" r:id="rId26"/>
    <p:sldId id="342" r:id="rId27"/>
    <p:sldId id="343" r:id="rId28"/>
    <p:sldId id="344" r:id="rId29"/>
    <p:sldId id="345" r:id="rId30"/>
    <p:sldId id="346" r:id="rId31"/>
    <p:sldId id="347" r:id="rId32"/>
    <p:sldId id="348" r:id="rId33"/>
    <p:sldId id="349" r:id="rId34"/>
    <p:sldId id="35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Your presentation" id="{61A68ED7-730A-9E4A-B4EA-760A21F30216}">
          <p14:sldIdLst>
            <p14:sldId id="321"/>
            <p14:sldId id="35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9FA"/>
    <a:srgbClr val="C37A3C"/>
    <a:srgbClr val="C8CACA"/>
    <a:srgbClr val="CFAB38"/>
    <a:srgbClr val="A0AAAE"/>
    <a:srgbClr val="9A46CF"/>
    <a:srgbClr val="9A64CF"/>
    <a:srgbClr val="A97CBE"/>
    <a:srgbClr val="85509A"/>
    <a:srgbClr val="7144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80" autoAdjust="0"/>
    <p:restoredTop sz="96405"/>
  </p:normalViewPr>
  <p:slideViewPr>
    <p:cSldViewPr snapToGrid="0" showGuides="1">
      <p:cViewPr varScale="1">
        <p:scale>
          <a:sx n="86" d="100"/>
          <a:sy n="86" d="100"/>
        </p:scale>
        <p:origin x="202" y="72"/>
      </p:cViewPr>
      <p:guideLst/>
    </p:cSldViewPr>
  </p:slideViewPr>
  <p:notesTextViewPr>
    <p:cViewPr>
      <p:scale>
        <a:sx n="1" d="1"/>
        <a:sy n="1" d="1"/>
      </p:scale>
      <p:origin x="0" y="0"/>
    </p:cViewPr>
  </p:notesTextViewPr>
  <p:notesViewPr>
    <p:cSldViewPr snapToGrid="0" showGuides="1">
      <p:cViewPr varScale="1">
        <p:scale>
          <a:sx n="149" d="100"/>
          <a:sy n="149" d="100"/>
        </p:scale>
        <p:origin x="4264"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latin typeface="Arial" panose="020B0604020202020204" pitchFamily="34" charset="0"/>
            </a:endParaRPr>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latin typeface="Arial" panose="020B0604020202020204" pitchFamily="34" charset="0"/>
              </a:rPr>
              <a:pPr/>
              <a:t>19/04/2026</a:t>
            </a:fld>
            <a:endParaRPr lang="en-GB" dirty="0">
              <a:latin typeface="Arial" panose="020B0604020202020204" pitchFamily="34" charset="0"/>
            </a:endParaRPr>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latin typeface="Arial" panose="020B0604020202020204" pitchFamily="34" charset="0"/>
            </a:endParaRPr>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latin typeface="Arial" panose="020B0604020202020204" pitchFamily="34" charset="0"/>
              </a:rPr>
              <a:pPr/>
              <a:t>‹#›</a:t>
            </a:fld>
            <a:endParaRPr lang="en-GB" dirty="0">
              <a:latin typeface="Arial" panose="020B0604020202020204" pitchFamily="34" charset="0"/>
            </a:endParaRPr>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8E359C8A-39F6-4045-9163-4042C4C26B15}" type="datetimeFigureOut">
              <a:rPr lang="en-GB" smtClean="0"/>
              <a:pPr/>
              <a:t>19/04/2026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30370952-48CC-46D7-9FCD-59FAD40CC025}" type="slidenum">
              <a:rPr lang="en-GB" smtClean="0"/>
              <a:pPr/>
              <a:t>‹#›</a:t>
            </a:fld>
            <a:endParaRPr lang="en-GB" dirty="0"/>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9A46CF"/>
        </a:solid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719042" y="3007237"/>
            <a:ext cx="4753917" cy="843527"/>
          </a:xfrm>
          <a:prstGeom prst="rect">
            <a:avLst/>
          </a:prstGeom>
        </p:spPr>
      </p:pic>
    </p:spTree>
    <p:extLst>
      <p:ext uri="{BB962C8B-B14F-4D97-AF65-F5344CB8AC3E}">
        <p14:creationId xmlns:p14="http://schemas.microsoft.com/office/powerpoint/2010/main" val="368503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Presenta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7EFDF-C1D9-C223-10FB-BBA4AACB11D2}"/>
              </a:ext>
            </a:extLst>
          </p:cNvPr>
          <p:cNvSpPr>
            <a:spLocks noGrp="1"/>
          </p:cNvSpPr>
          <p:nvPr>
            <p:ph type="ctrTitle" hasCustomPrompt="1"/>
          </p:nvPr>
        </p:nvSpPr>
        <p:spPr>
          <a:xfrm>
            <a:off x="731838" y="1341438"/>
            <a:ext cx="10728325" cy="1585912"/>
          </a:xfrm>
          <a:prstGeom prst="rect">
            <a:avLst/>
          </a:prstGeom>
        </p:spPr>
        <p:txBody>
          <a:bodyPr anchor="b">
            <a:noAutofit/>
          </a:bodyPr>
          <a:lstStyle>
            <a:lvl1pPr algn="l">
              <a:lnSpc>
                <a:spcPct val="85000"/>
              </a:lnSpc>
              <a:defRPr sz="6000" b="1">
                <a:solidFill>
                  <a:schemeClr val="bg1"/>
                </a:solidFill>
              </a:defRPr>
            </a:lvl1pPr>
          </a:lstStyle>
          <a:p>
            <a:r>
              <a:rPr lang="en-GB" dirty="0"/>
              <a:t>Presentation title</a:t>
            </a:r>
          </a:p>
        </p:txBody>
      </p:sp>
      <p:sp>
        <p:nvSpPr>
          <p:cNvPr id="3" name="Subtitle 2">
            <a:extLst>
              <a:ext uri="{FF2B5EF4-FFF2-40B4-BE49-F238E27FC236}">
                <a16:creationId xmlns:a16="http://schemas.microsoft.com/office/drawing/2014/main" id="{EC50DE21-9FDD-81B0-FEB8-222484B8A115}"/>
              </a:ext>
            </a:extLst>
          </p:cNvPr>
          <p:cNvSpPr>
            <a:spLocks noGrp="1"/>
          </p:cNvSpPr>
          <p:nvPr>
            <p:ph type="subTitle" idx="1" hasCustomPrompt="1"/>
          </p:nvPr>
        </p:nvSpPr>
        <p:spPr>
          <a:xfrm>
            <a:off x="731839" y="2927350"/>
            <a:ext cx="5364162" cy="576293"/>
          </a:xfrm>
        </p:spPr>
        <p:txBody>
          <a:bodyPr lIns="36000" tIns="144000">
            <a:spAutoFit/>
          </a:bodyPr>
          <a:lstStyle>
            <a:lvl1pPr marL="0" indent="0" algn="l">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Presentation subtitle </a:t>
            </a:r>
          </a:p>
        </p:txBody>
      </p:sp>
      <p:pic>
        <p:nvPicPr>
          <p:cNvPr id="7" name="Picture 6" descr="A picture containing drawing&#10;&#10;Description automatically generated">
            <a:extLst>
              <a:ext uri="{FF2B5EF4-FFF2-40B4-BE49-F238E27FC236}">
                <a16:creationId xmlns:a16="http://schemas.microsoft.com/office/drawing/2014/main" id="{29F963B1-6B34-6EA5-AF6E-FFF49E9FF1D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731838" y="5839329"/>
            <a:ext cx="2242800" cy="397959"/>
          </a:xfrm>
          <a:prstGeom prst="rect">
            <a:avLst/>
          </a:prstGeom>
        </p:spPr>
      </p:pic>
      <p:sp>
        <p:nvSpPr>
          <p:cNvPr id="8" name="TextBox 7">
            <a:extLst>
              <a:ext uri="{FF2B5EF4-FFF2-40B4-BE49-F238E27FC236}">
                <a16:creationId xmlns:a16="http://schemas.microsoft.com/office/drawing/2014/main" id="{3A40AA43-13E0-DA4D-029E-59644836D8E4}"/>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bg1"/>
                </a:solidFill>
              </a:rPr>
              <a:pPr algn="r"/>
              <a:t>‹#›</a:t>
            </a:fld>
            <a:endParaRPr lang="en-GB" sz="1500" dirty="0">
              <a:solidFill>
                <a:schemeClr val="bg1"/>
              </a:solidFill>
            </a:endParaRPr>
          </a:p>
        </p:txBody>
      </p:sp>
    </p:spTree>
    <p:extLst>
      <p:ext uri="{BB962C8B-B14F-4D97-AF65-F5344CB8AC3E}">
        <p14:creationId xmlns:p14="http://schemas.microsoft.com/office/powerpoint/2010/main" val="2957971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7EFDF-C1D9-C223-10FB-BBA4AACB11D2}"/>
              </a:ext>
            </a:extLst>
          </p:cNvPr>
          <p:cNvSpPr>
            <a:spLocks noGrp="1"/>
          </p:cNvSpPr>
          <p:nvPr>
            <p:ph type="ctrTitle" hasCustomPrompt="1"/>
          </p:nvPr>
        </p:nvSpPr>
        <p:spPr>
          <a:xfrm>
            <a:off x="731838" y="1341438"/>
            <a:ext cx="10728325" cy="1585912"/>
          </a:xfrm>
          <a:prstGeom prst="rect">
            <a:avLst/>
          </a:prstGeom>
        </p:spPr>
        <p:txBody>
          <a:bodyPr anchor="b">
            <a:noAutofit/>
          </a:bodyPr>
          <a:lstStyle>
            <a:lvl1pPr algn="l">
              <a:lnSpc>
                <a:spcPct val="85000"/>
              </a:lnSpc>
              <a:defRPr sz="6000" b="1"/>
            </a:lvl1pPr>
          </a:lstStyle>
          <a:p>
            <a:r>
              <a:rPr lang="en-GB" dirty="0"/>
              <a:t>Section title</a:t>
            </a:r>
          </a:p>
        </p:txBody>
      </p:sp>
      <p:sp>
        <p:nvSpPr>
          <p:cNvPr id="3" name="Subtitle 2">
            <a:extLst>
              <a:ext uri="{FF2B5EF4-FFF2-40B4-BE49-F238E27FC236}">
                <a16:creationId xmlns:a16="http://schemas.microsoft.com/office/drawing/2014/main" id="{EC50DE21-9FDD-81B0-FEB8-222484B8A115}"/>
              </a:ext>
            </a:extLst>
          </p:cNvPr>
          <p:cNvSpPr>
            <a:spLocks noGrp="1"/>
          </p:cNvSpPr>
          <p:nvPr>
            <p:ph type="subTitle" idx="1" hasCustomPrompt="1"/>
          </p:nvPr>
        </p:nvSpPr>
        <p:spPr>
          <a:xfrm>
            <a:off x="731839" y="2944556"/>
            <a:ext cx="5364162" cy="576293"/>
          </a:xfrm>
        </p:spPr>
        <p:txBody>
          <a:bodyPr lIns="36000" tIns="144000">
            <a:sp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Section subtitle</a:t>
            </a:r>
          </a:p>
        </p:txBody>
      </p:sp>
      <p:sp>
        <p:nvSpPr>
          <p:cNvPr id="5" name="TextBox 4">
            <a:extLst>
              <a:ext uri="{FF2B5EF4-FFF2-40B4-BE49-F238E27FC236}">
                <a16:creationId xmlns:a16="http://schemas.microsoft.com/office/drawing/2014/main" id="{C15611FB-CAE1-F1BC-F611-FA89BB78DC2D}"/>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accent1"/>
                </a:solidFill>
              </a:rPr>
              <a:pPr algn="r"/>
              <a:t>‹#›</a:t>
            </a:fld>
            <a:endParaRPr lang="en-GB" sz="1500" dirty="0">
              <a:solidFill>
                <a:schemeClr val="accent1"/>
              </a:solidFill>
            </a:endParaRPr>
          </a:p>
        </p:txBody>
      </p:sp>
      <p:sp>
        <p:nvSpPr>
          <p:cNvPr id="7" name="Rectangle 6">
            <a:extLst>
              <a:ext uri="{FF2B5EF4-FFF2-40B4-BE49-F238E27FC236}">
                <a16:creationId xmlns:a16="http://schemas.microsoft.com/office/drawing/2014/main" id="{D325CEFF-6637-AEB7-AC40-0B45FBEC531E}"/>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0" name="Picture 9">
            <a:extLst>
              <a:ext uri="{FF2B5EF4-FFF2-40B4-BE49-F238E27FC236}">
                <a16:creationId xmlns:a16="http://schemas.microsoft.com/office/drawing/2014/main" id="{6325C3C4-C092-B2AB-968E-010D7CEDBBB2}"/>
              </a:ext>
            </a:extLst>
          </p:cNvPr>
          <p:cNvPicPr>
            <a:picLocks noChangeAspect="1"/>
          </p:cNvPicPr>
          <p:nvPr userDrawn="1"/>
        </p:nvPicPr>
        <p:blipFill>
          <a:blip r:embed="rId3"/>
          <a:stretch>
            <a:fillRect/>
          </a:stretch>
        </p:blipFill>
        <p:spPr>
          <a:xfrm>
            <a:off x="731837" y="5841844"/>
            <a:ext cx="2244881" cy="393983"/>
          </a:xfrm>
          <a:prstGeom prst="rect">
            <a:avLst/>
          </a:prstGeom>
        </p:spPr>
      </p:pic>
    </p:spTree>
    <p:extLst>
      <p:ext uri="{BB962C8B-B14F-4D97-AF65-F5344CB8AC3E}">
        <p14:creationId xmlns:p14="http://schemas.microsoft.com/office/powerpoint/2010/main" val="1968271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00%">
    <p:bg>
      <p:bgPr>
        <a:solidFill>
          <a:srgbClr val="F8F9FA"/>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0F202A-BD67-64B9-9D95-789AE7171142}"/>
              </a:ext>
            </a:extLst>
          </p:cNvPr>
          <p:cNvSpPr>
            <a:spLocks noGrp="1"/>
          </p:cNvSpPr>
          <p:nvPr>
            <p:ph idx="1"/>
          </p:nvPr>
        </p:nvSpPr>
        <p:spPr>
          <a:xfrm>
            <a:off x="731838" y="1341438"/>
            <a:ext cx="10728324" cy="4835525"/>
          </a:xfrm>
        </p:spPr>
        <p:txBody>
          <a:bodyPr>
            <a:noAutofit/>
          </a:bodyPr>
          <a:lstStyle/>
          <a:p>
            <a:pPr lvl="0"/>
            <a:r>
              <a:rPr lang="en-GB"/>
              <a:t>Click to edit Master text styles</a:t>
            </a:r>
          </a:p>
        </p:txBody>
      </p:sp>
      <p:sp>
        <p:nvSpPr>
          <p:cNvPr id="9" name="TextBox 8">
            <a:extLst>
              <a:ext uri="{FF2B5EF4-FFF2-40B4-BE49-F238E27FC236}">
                <a16:creationId xmlns:a16="http://schemas.microsoft.com/office/drawing/2014/main" id="{418CDCF1-F9DE-0A4E-FB5C-D4AAEECDFF03}"/>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accent1"/>
                </a:solidFill>
              </a:rPr>
              <a:pPr algn="r"/>
              <a:t>‹#›</a:t>
            </a:fld>
            <a:endParaRPr lang="en-GB" sz="1500" dirty="0">
              <a:solidFill>
                <a:schemeClr val="accent1"/>
              </a:solidFill>
            </a:endParaRPr>
          </a:p>
        </p:txBody>
      </p:sp>
      <p:sp>
        <p:nvSpPr>
          <p:cNvPr id="10" name="Rectangle 9">
            <a:extLst>
              <a:ext uri="{FF2B5EF4-FFF2-40B4-BE49-F238E27FC236}">
                <a16:creationId xmlns:a16="http://schemas.microsoft.com/office/drawing/2014/main" id="{B2D4FCCA-585D-5BB7-D0DD-E31F43EC6D18}"/>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5" name="Title Placeholder 6">
            <a:extLst>
              <a:ext uri="{FF2B5EF4-FFF2-40B4-BE49-F238E27FC236}">
                <a16:creationId xmlns:a16="http://schemas.microsoft.com/office/drawing/2014/main" id="{DB783B28-99B4-F609-2B19-DB9EFB3DF844}"/>
              </a:ext>
            </a:extLst>
          </p:cNvPr>
          <p:cNvSpPr>
            <a:spLocks noGrp="1"/>
          </p:cNvSpPr>
          <p:nvPr>
            <p:ph type="title" hasCustomPrompt="1"/>
          </p:nvPr>
        </p:nvSpPr>
        <p:spPr>
          <a:xfrm>
            <a:off x="731838" y="622238"/>
            <a:ext cx="9869901" cy="415498"/>
          </a:xfrm>
          <a:prstGeom prst="rect">
            <a:avLst/>
          </a:prstGeom>
        </p:spPr>
        <p:txBody>
          <a:bodyPr vert="horz" lIns="0" tIns="0" rIns="0" bIns="0" rtlCol="0" anchor="t" anchorCtr="0">
            <a:noAutofit/>
          </a:bodyPr>
          <a:lstStyle/>
          <a:p>
            <a:r>
              <a:rPr lang="en-GB" dirty="0"/>
              <a:t>Click to add title</a:t>
            </a:r>
          </a:p>
        </p:txBody>
      </p:sp>
    </p:spTree>
    <p:extLst>
      <p:ext uri="{BB962C8B-B14F-4D97-AF65-F5344CB8AC3E}">
        <p14:creationId xmlns:p14="http://schemas.microsoft.com/office/powerpoint/2010/main" val="3630746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50/50">
    <p:bg>
      <p:bgPr>
        <a:solidFill>
          <a:srgbClr val="F8F9FA"/>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4AFA50-852A-F29D-3F0F-409AFD88BA3A}"/>
              </a:ext>
            </a:extLst>
          </p:cNvPr>
          <p:cNvSpPr>
            <a:spLocks noGrp="1"/>
          </p:cNvSpPr>
          <p:nvPr>
            <p:ph sz="half" idx="1"/>
          </p:nvPr>
        </p:nvSpPr>
        <p:spPr>
          <a:xfrm>
            <a:off x="731838" y="1341438"/>
            <a:ext cx="5184775" cy="4895850"/>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9774EB01-1BE4-AFF3-03D4-8A980ED53619}"/>
              </a:ext>
            </a:extLst>
          </p:cNvPr>
          <p:cNvSpPr>
            <a:spLocks noGrp="1"/>
          </p:cNvSpPr>
          <p:nvPr>
            <p:ph sz="half" idx="2"/>
          </p:nvPr>
        </p:nvSpPr>
        <p:spPr>
          <a:xfrm>
            <a:off x="6275388" y="1341438"/>
            <a:ext cx="5184774" cy="4895850"/>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1" name="TextBox 10">
            <a:extLst>
              <a:ext uri="{FF2B5EF4-FFF2-40B4-BE49-F238E27FC236}">
                <a16:creationId xmlns:a16="http://schemas.microsoft.com/office/drawing/2014/main" id="{0E519BE9-342D-F181-ECB2-C1A7AEC2B0AD}"/>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accent1"/>
                </a:solidFill>
              </a:rPr>
              <a:pPr algn="r"/>
              <a:t>‹#›</a:t>
            </a:fld>
            <a:endParaRPr lang="en-GB" sz="1500" dirty="0">
              <a:solidFill>
                <a:schemeClr val="accent1"/>
              </a:solidFill>
            </a:endParaRPr>
          </a:p>
        </p:txBody>
      </p:sp>
      <p:sp>
        <p:nvSpPr>
          <p:cNvPr id="12" name="Rectangle 11">
            <a:extLst>
              <a:ext uri="{FF2B5EF4-FFF2-40B4-BE49-F238E27FC236}">
                <a16:creationId xmlns:a16="http://schemas.microsoft.com/office/drawing/2014/main" id="{B1CC9449-69BE-AEF1-9E33-060495A481CE}"/>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6" name="Title Placeholder 6">
            <a:extLst>
              <a:ext uri="{FF2B5EF4-FFF2-40B4-BE49-F238E27FC236}">
                <a16:creationId xmlns:a16="http://schemas.microsoft.com/office/drawing/2014/main" id="{1C3F3347-1652-27C3-83B5-925BE17FF1E3}"/>
              </a:ext>
            </a:extLst>
          </p:cNvPr>
          <p:cNvSpPr>
            <a:spLocks noGrp="1"/>
          </p:cNvSpPr>
          <p:nvPr>
            <p:ph type="title" hasCustomPrompt="1"/>
          </p:nvPr>
        </p:nvSpPr>
        <p:spPr>
          <a:xfrm>
            <a:off x="731838" y="622238"/>
            <a:ext cx="9869901" cy="415498"/>
          </a:xfrm>
          <a:prstGeom prst="rect">
            <a:avLst/>
          </a:prstGeom>
        </p:spPr>
        <p:txBody>
          <a:bodyPr vert="horz" lIns="0" tIns="0" rIns="0" bIns="0" rtlCol="0" anchor="t" anchorCtr="0">
            <a:noAutofit/>
          </a:bodyPr>
          <a:lstStyle/>
          <a:p>
            <a:r>
              <a:rPr lang="en-GB" dirty="0"/>
              <a:t>Click to add title</a:t>
            </a:r>
          </a:p>
        </p:txBody>
      </p:sp>
    </p:spTree>
    <p:extLst>
      <p:ext uri="{BB962C8B-B14F-4D97-AF65-F5344CB8AC3E}">
        <p14:creationId xmlns:p14="http://schemas.microsoft.com/office/powerpoint/2010/main" val="413400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33/33/33">
    <p:bg>
      <p:bgPr>
        <a:solidFill>
          <a:srgbClr val="F8F9FA"/>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4AFA50-852A-F29D-3F0F-409AFD88BA3A}"/>
              </a:ext>
            </a:extLst>
          </p:cNvPr>
          <p:cNvSpPr>
            <a:spLocks noGrp="1"/>
          </p:cNvSpPr>
          <p:nvPr>
            <p:ph sz="half" idx="1"/>
          </p:nvPr>
        </p:nvSpPr>
        <p:spPr>
          <a:xfrm>
            <a:off x="731838" y="1341438"/>
            <a:ext cx="3473438" cy="4895850"/>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9774EB01-1BE4-AFF3-03D4-8A980ED53619}"/>
              </a:ext>
            </a:extLst>
          </p:cNvPr>
          <p:cNvSpPr>
            <a:spLocks noGrp="1"/>
          </p:cNvSpPr>
          <p:nvPr>
            <p:ph sz="half" idx="2"/>
          </p:nvPr>
        </p:nvSpPr>
        <p:spPr>
          <a:xfrm>
            <a:off x="8083069" y="1341438"/>
            <a:ext cx="3377094" cy="4895850"/>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1" name="TextBox 10">
            <a:extLst>
              <a:ext uri="{FF2B5EF4-FFF2-40B4-BE49-F238E27FC236}">
                <a16:creationId xmlns:a16="http://schemas.microsoft.com/office/drawing/2014/main" id="{0E519BE9-342D-F181-ECB2-C1A7AEC2B0AD}"/>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accent1"/>
                </a:solidFill>
              </a:rPr>
              <a:pPr algn="r"/>
              <a:t>‹#›</a:t>
            </a:fld>
            <a:endParaRPr lang="en-GB" sz="1500" dirty="0">
              <a:solidFill>
                <a:schemeClr val="accent1"/>
              </a:solidFill>
            </a:endParaRPr>
          </a:p>
        </p:txBody>
      </p:sp>
      <p:sp>
        <p:nvSpPr>
          <p:cNvPr id="12" name="Rectangle 11">
            <a:extLst>
              <a:ext uri="{FF2B5EF4-FFF2-40B4-BE49-F238E27FC236}">
                <a16:creationId xmlns:a16="http://schemas.microsoft.com/office/drawing/2014/main" id="{B1CC9449-69BE-AEF1-9E33-060495A481CE}"/>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2" name="Content Placeholder 3">
            <a:extLst>
              <a:ext uri="{FF2B5EF4-FFF2-40B4-BE49-F238E27FC236}">
                <a16:creationId xmlns:a16="http://schemas.microsoft.com/office/drawing/2014/main" id="{B6050034-E38D-64E9-6C5A-94A029955BA0}"/>
              </a:ext>
            </a:extLst>
          </p:cNvPr>
          <p:cNvSpPr>
            <a:spLocks noGrp="1"/>
          </p:cNvSpPr>
          <p:nvPr>
            <p:ph sz="half" idx="10"/>
          </p:nvPr>
        </p:nvSpPr>
        <p:spPr>
          <a:xfrm>
            <a:off x="4455625" y="1341438"/>
            <a:ext cx="3377094" cy="4895850"/>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Title Placeholder 6">
            <a:extLst>
              <a:ext uri="{FF2B5EF4-FFF2-40B4-BE49-F238E27FC236}">
                <a16:creationId xmlns:a16="http://schemas.microsoft.com/office/drawing/2014/main" id="{D6580911-BFEE-F5A7-0FD5-8F9AF7E1DACD}"/>
              </a:ext>
            </a:extLst>
          </p:cNvPr>
          <p:cNvSpPr>
            <a:spLocks noGrp="1"/>
          </p:cNvSpPr>
          <p:nvPr>
            <p:ph type="title" hasCustomPrompt="1"/>
          </p:nvPr>
        </p:nvSpPr>
        <p:spPr>
          <a:xfrm>
            <a:off x="731838" y="622238"/>
            <a:ext cx="9869901" cy="415498"/>
          </a:xfrm>
          <a:prstGeom prst="rect">
            <a:avLst/>
          </a:prstGeom>
        </p:spPr>
        <p:txBody>
          <a:bodyPr vert="horz" lIns="0" tIns="0" rIns="0" bIns="0" rtlCol="0" anchor="t" anchorCtr="0">
            <a:noAutofit/>
          </a:bodyPr>
          <a:lstStyle/>
          <a:p>
            <a:r>
              <a:rPr lang="en-GB" dirty="0"/>
              <a:t>Click to add title</a:t>
            </a:r>
          </a:p>
        </p:txBody>
      </p:sp>
    </p:spTree>
    <p:extLst>
      <p:ext uri="{BB962C8B-B14F-4D97-AF65-F5344CB8AC3E}">
        <p14:creationId xmlns:p14="http://schemas.microsoft.com/office/powerpoint/2010/main" val="3049167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30/70">
    <p:bg>
      <p:bgPr>
        <a:solidFill>
          <a:srgbClr val="F8F9FA"/>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4AFA50-852A-F29D-3F0F-409AFD88BA3A}"/>
              </a:ext>
            </a:extLst>
          </p:cNvPr>
          <p:cNvSpPr>
            <a:spLocks noGrp="1"/>
          </p:cNvSpPr>
          <p:nvPr>
            <p:ph sz="half" idx="1"/>
          </p:nvPr>
        </p:nvSpPr>
        <p:spPr>
          <a:xfrm>
            <a:off x="731838" y="1341438"/>
            <a:ext cx="3473438" cy="4895850"/>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9774EB01-1BE4-AFF3-03D4-8A980ED53619}"/>
              </a:ext>
            </a:extLst>
          </p:cNvPr>
          <p:cNvSpPr>
            <a:spLocks noGrp="1"/>
          </p:cNvSpPr>
          <p:nvPr>
            <p:ph sz="half" idx="2"/>
          </p:nvPr>
        </p:nvSpPr>
        <p:spPr>
          <a:xfrm>
            <a:off x="4455625" y="1341438"/>
            <a:ext cx="7004538" cy="4895850"/>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1" name="TextBox 10">
            <a:extLst>
              <a:ext uri="{FF2B5EF4-FFF2-40B4-BE49-F238E27FC236}">
                <a16:creationId xmlns:a16="http://schemas.microsoft.com/office/drawing/2014/main" id="{0E519BE9-342D-F181-ECB2-C1A7AEC2B0AD}"/>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accent1"/>
                </a:solidFill>
              </a:rPr>
              <a:pPr algn="r"/>
              <a:t>‹#›</a:t>
            </a:fld>
            <a:endParaRPr lang="en-GB" sz="1500" dirty="0">
              <a:solidFill>
                <a:schemeClr val="accent1"/>
              </a:solidFill>
            </a:endParaRPr>
          </a:p>
        </p:txBody>
      </p:sp>
      <p:sp>
        <p:nvSpPr>
          <p:cNvPr id="12" name="Rectangle 11">
            <a:extLst>
              <a:ext uri="{FF2B5EF4-FFF2-40B4-BE49-F238E27FC236}">
                <a16:creationId xmlns:a16="http://schemas.microsoft.com/office/drawing/2014/main" id="{B1CC9449-69BE-AEF1-9E33-060495A481CE}"/>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6" name="Title Placeholder 6">
            <a:extLst>
              <a:ext uri="{FF2B5EF4-FFF2-40B4-BE49-F238E27FC236}">
                <a16:creationId xmlns:a16="http://schemas.microsoft.com/office/drawing/2014/main" id="{9CEAE5E5-4043-D371-FC40-202902A7725C}"/>
              </a:ext>
            </a:extLst>
          </p:cNvPr>
          <p:cNvSpPr>
            <a:spLocks noGrp="1"/>
          </p:cNvSpPr>
          <p:nvPr>
            <p:ph type="title" hasCustomPrompt="1"/>
          </p:nvPr>
        </p:nvSpPr>
        <p:spPr>
          <a:xfrm>
            <a:off x="731838" y="622238"/>
            <a:ext cx="9869901" cy="415498"/>
          </a:xfrm>
          <a:prstGeom prst="rect">
            <a:avLst/>
          </a:prstGeom>
        </p:spPr>
        <p:txBody>
          <a:bodyPr vert="horz" lIns="0" tIns="0" rIns="0" bIns="0" rtlCol="0" anchor="t" anchorCtr="0">
            <a:noAutofit/>
          </a:bodyPr>
          <a:lstStyle/>
          <a:p>
            <a:r>
              <a:rPr lang="en-GB" dirty="0"/>
              <a:t>Click to add title</a:t>
            </a:r>
          </a:p>
        </p:txBody>
      </p:sp>
    </p:spTree>
    <p:extLst>
      <p:ext uri="{BB962C8B-B14F-4D97-AF65-F5344CB8AC3E}">
        <p14:creationId xmlns:p14="http://schemas.microsoft.com/office/powerpoint/2010/main" val="1188560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70/30">
    <p:bg>
      <p:bgPr>
        <a:solidFill>
          <a:srgbClr val="F8F9FA"/>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4AFA50-852A-F29D-3F0F-409AFD88BA3A}"/>
              </a:ext>
            </a:extLst>
          </p:cNvPr>
          <p:cNvSpPr>
            <a:spLocks noGrp="1"/>
          </p:cNvSpPr>
          <p:nvPr>
            <p:ph sz="half" idx="1"/>
          </p:nvPr>
        </p:nvSpPr>
        <p:spPr>
          <a:xfrm>
            <a:off x="7986724" y="1341438"/>
            <a:ext cx="3473438" cy="4895850"/>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9774EB01-1BE4-AFF3-03D4-8A980ED53619}"/>
              </a:ext>
            </a:extLst>
          </p:cNvPr>
          <p:cNvSpPr>
            <a:spLocks noGrp="1"/>
          </p:cNvSpPr>
          <p:nvPr>
            <p:ph sz="half" idx="2"/>
          </p:nvPr>
        </p:nvSpPr>
        <p:spPr>
          <a:xfrm>
            <a:off x="731838" y="1341438"/>
            <a:ext cx="7004538" cy="4895850"/>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1" name="TextBox 10">
            <a:extLst>
              <a:ext uri="{FF2B5EF4-FFF2-40B4-BE49-F238E27FC236}">
                <a16:creationId xmlns:a16="http://schemas.microsoft.com/office/drawing/2014/main" id="{0E519BE9-342D-F181-ECB2-C1A7AEC2B0AD}"/>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accent1"/>
                </a:solidFill>
              </a:rPr>
              <a:pPr algn="r"/>
              <a:t>‹#›</a:t>
            </a:fld>
            <a:endParaRPr lang="en-GB" sz="1500" dirty="0">
              <a:solidFill>
                <a:schemeClr val="accent1"/>
              </a:solidFill>
            </a:endParaRPr>
          </a:p>
        </p:txBody>
      </p:sp>
      <p:sp>
        <p:nvSpPr>
          <p:cNvPr id="12" name="Rectangle 11">
            <a:extLst>
              <a:ext uri="{FF2B5EF4-FFF2-40B4-BE49-F238E27FC236}">
                <a16:creationId xmlns:a16="http://schemas.microsoft.com/office/drawing/2014/main" id="{B1CC9449-69BE-AEF1-9E33-060495A481CE}"/>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5" name="Title Placeholder 6">
            <a:extLst>
              <a:ext uri="{FF2B5EF4-FFF2-40B4-BE49-F238E27FC236}">
                <a16:creationId xmlns:a16="http://schemas.microsoft.com/office/drawing/2014/main" id="{FE1568D9-495A-1697-6F7B-F9C8C7A8869E}"/>
              </a:ext>
            </a:extLst>
          </p:cNvPr>
          <p:cNvSpPr>
            <a:spLocks noGrp="1"/>
          </p:cNvSpPr>
          <p:nvPr>
            <p:ph type="title" hasCustomPrompt="1"/>
          </p:nvPr>
        </p:nvSpPr>
        <p:spPr>
          <a:xfrm>
            <a:off x="731838" y="622238"/>
            <a:ext cx="9869901" cy="415498"/>
          </a:xfrm>
          <a:prstGeom prst="rect">
            <a:avLst/>
          </a:prstGeom>
        </p:spPr>
        <p:txBody>
          <a:bodyPr vert="horz" lIns="0" tIns="0" rIns="0" bIns="0" rtlCol="0" anchor="t" anchorCtr="0">
            <a:noAutofit/>
          </a:bodyPr>
          <a:lstStyle/>
          <a:p>
            <a:r>
              <a:rPr lang="en-GB" dirty="0"/>
              <a:t>Click to add title</a:t>
            </a:r>
          </a:p>
        </p:txBody>
      </p:sp>
    </p:spTree>
    <p:extLst>
      <p:ext uri="{BB962C8B-B14F-4D97-AF65-F5344CB8AC3E}">
        <p14:creationId xmlns:p14="http://schemas.microsoft.com/office/powerpoint/2010/main" val="1019163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2x2">
    <p:bg>
      <p:bgPr>
        <a:solidFill>
          <a:srgbClr val="F8F9FA"/>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4AFA50-852A-F29D-3F0F-409AFD88BA3A}"/>
              </a:ext>
            </a:extLst>
          </p:cNvPr>
          <p:cNvSpPr>
            <a:spLocks noGrp="1"/>
          </p:cNvSpPr>
          <p:nvPr>
            <p:ph sz="half" idx="1"/>
          </p:nvPr>
        </p:nvSpPr>
        <p:spPr>
          <a:xfrm>
            <a:off x="6273045" y="1341438"/>
            <a:ext cx="5187117" cy="2267994"/>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1" name="TextBox 10">
            <a:extLst>
              <a:ext uri="{FF2B5EF4-FFF2-40B4-BE49-F238E27FC236}">
                <a16:creationId xmlns:a16="http://schemas.microsoft.com/office/drawing/2014/main" id="{0E519BE9-342D-F181-ECB2-C1A7AEC2B0AD}"/>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accent1"/>
                </a:solidFill>
              </a:rPr>
              <a:pPr algn="r"/>
              <a:t>‹#›</a:t>
            </a:fld>
            <a:endParaRPr lang="en-GB" sz="1500" dirty="0">
              <a:solidFill>
                <a:schemeClr val="accent1"/>
              </a:solidFill>
            </a:endParaRPr>
          </a:p>
        </p:txBody>
      </p:sp>
      <p:sp>
        <p:nvSpPr>
          <p:cNvPr id="12" name="Rectangle 11">
            <a:extLst>
              <a:ext uri="{FF2B5EF4-FFF2-40B4-BE49-F238E27FC236}">
                <a16:creationId xmlns:a16="http://schemas.microsoft.com/office/drawing/2014/main" id="{B1CC9449-69BE-AEF1-9E33-060495A481CE}"/>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13" name="Content Placeholder 2">
            <a:extLst>
              <a:ext uri="{FF2B5EF4-FFF2-40B4-BE49-F238E27FC236}">
                <a16:creationId xmlns:a16="http://schemas.microsoft.com/office/drawing/2014/main" id="{1C9CFF57-8B6F-5FC9-94CA-1555AD753909}"/>
              </a:ext>
            </a:extLst>
          </p:cNvPr>
          <p:cNvSpPr>
            <a:spLocks noGrp="1"/>
          </p:cNvSpPr>
          <p:nvPr>
            <p:ph sz="half" idx="10"/>
          </p:nvPr>
        </p:nvSpPr>
        <p:spPr>
          <a:xfrm>
            <a:off x="732324" y="1341438"/>
            <a:ext cx="5187117" cy="2267994"/>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4" name="Content Placeholder 2">
            <a:extLst>
              <a:ext uri="{FF2B5EF4-FFF2-40B4-BE49-F238E27FC236}">
                <a16:creationId xmlns:a16="http://schemas.microsoft.com/office/drawing/2014/main" id="{02489679-6810-6A0E-B214-CE039B57D319}"/>
              </a:ext>
            </a:extLst>
          </p:cNvPr>
          <p:cNvSpPr>
            <a:spLocks noGrp="1"/>
          </p:cNvSpPr>
          <p:nvPr>
            <p:ph sz="half" idx="11"/>
          </p:nvPr>
        </p:nvSpPr>
        <p:spPr>
          <a:xfrm>
            <a:off x="732323" y="3966943"/>
            <a:ext cx="5187117" cy="2267994"/>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5" name="Content Placeholder 2">
            <a:extLst>
              <a:ext uri="{FF2B5EF4-FFF2-40B4-BE49-F238E27FC236}">
                <a16:creationId xmlns:a16="http://schemas.microsoft.com/office/drawing/2014/main" id="{FB95A216-6A43-03DF-9235-09885B12C23E}"/>
              </a:ext>
            </a:extLst>
          </p:cNvPr>
          <p:cNvSpPr>
            <a:spLocks noGrp="1"/>
          </p:cNvSpPr>
          <p:nvPr>
            <p:ph sz="half" idx="12"/>
          </p:nvPr>
        </p:nvSpPr>
        <p:spPr>
          <a:xfrm>
            <a:off x="6273046" y="3966943"/>
            <a:ext cx="5187117" cy="2267994"/>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7" name="Title Placeholder 6">
            <a:extLst>
              <a:ext uri="{FF2B5EF4-FFF2-40B4-BE49-F238E27FC236}">
                <a16:creationId xmlns:a16="http://schemas.microsoft.com/office/drawing/2014/main" id="{A4180580-E5CE-7F81-6446-5A33D9035422}"/>
              </a:ext>
            </a:extLst>
          </p:cNvPr>
          <p:cNvSpPr>
            <a:spLocks noGrp="1"/>
          </p:cNvSpPr>
          <p:nvPr>
            <p:ph type="title" hasCustomPrompt="1"/>
          </p:nvPr>
        </p:nvSpPr>
        <p:spPr>
          <a:xfrm>
            <a:off x="731838" y="622238"/>
            <a:ext cx="9869901" cy="415498"/>
          </a:xfrm>
          <a:prstGeom prst="rect">
            <a:avLst/>
          </a:prstGeom>
        </p:spPr>
        <p:txBody>
          <a:bodyPr vert="horz" lIns="0" tIns="0" rIns="0" bIns="0" rtlCol="0" anchor="t" anchorCtr="0">
            <a:noAutofit/>
          </a:bodyPr>
          <a:lstStyle/>
          <a:p>
            <a:r>
              <a:rPr lang="en-GB" dirty="0"/>
              <a:t>Click to add title</a:t>
            </a:r>
          </a:p>
        </p:txBody>
      </p:sp>
    </p:spTree>
    <p:extLst>
      <p:ext uri="{BB962C8B-B14F-4D97-AF65-F5344CB8AC3E}">
        <p14:creationId xmlns:p14="http://schemas.microsoft.com/office/powerpoint/2010/main" val="991522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ts: 33/33/3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519BE9-342D-F181-ECB2-C1A7AEC2B0AD}"/>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accent1"/>
                </a:solidFill>
              </a:rPr>
              <a:pPr algn="r"/>
              <a:t>‹#›</a:t>
            </a:fld>
            <a:endParaRPr lang="en-GB" sz="1500" dirty="0">
              <a:solidFill>
                <a:schemeClr val="accent1"/>
              </a:solidFill>
            </a:endParaRPr>
          </a:p>
        </p:txBody>
      </p:sp>
      <p:sp>
        <p:nvSpPr>
          <p:cNvPr id="12" name="Rectangle 11">
            <a:extLst>
              <a:ext uri="{FF2B5EF4-FFF2-40B4-BE49-F238E27FC236}">
                <a16:creationId xmlns:a16="http://schemas.microsoft.com/office/drawing/2014/main" id="{B1CC9449-69BE-AEF1-9E33-060495A481CE}"/>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6" name="Title Placeholder 6">
            <a:extLst>
              <a:ext uri="{FF2B5EF4-FFF2-40B4-BE49-F238E27FC236}">
                <a16:creationId xmlns:a16="http://schemas.microsoft.com/office/drawing/2014/main" id="{D6580911-BFEE-F5A7-0FD5-8F9AF7E1DACD}"/>
              </a:ext>
            </a:extLst>
          </p:cNvPr>
          <p:cNvSpPr>
            <a:spLocks noGrp="1"/>
          </p:cNvSpPr>
          <p:nvPr>
            <p:ph type="title" hasCustomPrompt="1"/>
          </p:nvPr>
        </p:nvSpPr>
        <p:spPr>
          <a:xfrm>
            <a:off x="731838" y="622238"/>
            <a:ext cx="9869901" cy="415498"/>
          </a:xfrm>
          <a:prstGeom prst="rect">
            <a:avLst/>
          </a:prstGeom>
        </p:spPr>
        <p:txBody>
          <a:bodyPr vert="horz" lIns="0" tIns="0" rIns="0" bIns="0" rtlCol="0" anchor="t" anchorCtr="0">
            <a:noAutofit/>
          </a:bodyPr>
          <a:lstStyle/>
          <a:p>
            <a:r>
              <a:rPr lang="en-GB" dirty="0"/>
              <a:t>Click to add title</a:t>
            </a:r>
          </a:p>
        </p:txBody>
      </p:sp>
      <p:sp>
        <p:nvSpPr>
          <p:cNvPr id="16" name="Text Placeholder 14">
            <a:extLst>
              <a:ext uri="{FF2B5EF4-FFF2-40B4-BE49-F238E27FC236}">
                <a16:creationId xmlns:a16="http://schemas.microsoft.com/office/drawing/2014/main" id="{41172836-3009-20E3-DA40-6C3FEACBA65A}"/>
              </a:ext>
            </a:extLst>
          </p:cNvPr>
          <p:cNvSpPr>
            <a:spLocks noGrp="1"/>
          </p:cNvSpPr>
          <p:nvPr>
            <p:ph type="body" sz="quarter" idx="18" hasCustomPrompt="1"/>
          </p:nvPr>
        </p:nvSpPr>
        <p:spPr>
          <a:xfrm>
            <a:off x="731838" y="2312756"/>
            <a:ext cx="3191263" cy="1206053"/>
          </a:xfrm>
        </p:spPr>
        <p:txBody>
          <a:bodyPr>
            <a:noAutofit/>
          </a:bodyPr>
          <a:lstStyle>
            <a:lvl1pPr>
              <a:defRPr sz="7000">
                <a:solidFill>
                  <a:schemeClr val="accent1"/>
                </a:solidFill>
              </a:defRPr>
            </a:lvl1pPr>
          </a:lstStyle>
          <a:p>
            <a:pPr lvl="0"/>
            <a:r>
              <a:rPr lang="en-GB" dirty="0"/>
              <a:t>Stat</a:t>
            </a:r>
          </a:p>
        </p:txBody>
      </p:sp>
      <p:sp>
        <p:nvSpPr>
          <p:cNvPr id="17" name="Text Placeholder 14">
            <a:extLst>
              <a:ext uri="{FF2B5EF4-FFF2-40B4-BE49-F238E27FC236}">
                <a16:creationId xmlns:a16="http://schemas.microsoft.com/office/drawing/2014/main" id="{D9E970A3-9B76-5E43-C3FB-15C7F30F303C}"/>
              </a:ext>
            </a:extLst>
          </p:cNvPr>
          <p:cNvSpPr>
            <a:spLocks noGrp="1"/>
          </p:cNvSpPr>
          <p:nvPr>
            <p:ph type="body" sz="quarter" idx="19" hasCustomPrompt="1"/>
          </p:nvPr>
        </p:nvSpPr>
        <p:spPr>
          <a:xfrm>
            <a:off x="731836" y="3544756"/>
            <a:ext cx="3191263" cy="276999"/>
          </a:xfrm>
        </p:spPr>
        <p:txBody>
          <a:bodyPr>
            <a:noAutofit/>
          </a:bodyPr>
          <a:lstStyle/>
          <a:p>
            <a:pPr lvl="0"/>
            <a:r>
              <a:rPr lang="en-GB" dirty="0"/>
              <a:t>Click to add text</a:t>
            </a:r>
          </a:p>
        </p:txBody>
      </p:sp>
      <p:sp>
        <p:nvSpPr>
          <p:cNvPr id="19" name="Text Placeholder 14">
            <a:extLst>
              <a:ext uri="{FF2B5EF4-FFF2-40B4-BE49-F238E27FC236}">
                <a16:creationId xmlns:a16="http://schemas.microsoft.com/office/drawing/2014/main" id="{CBA2B73B-3CA1-E02B-8954-5F3E2DAE7606}"/>
              </a:ext>
            </a:extLst>
          </p:cNvPr>
          <p:cNvSpPr>
            <a:spLocks noGrp="1"/>
          </p:cNvSpPr>
          <p:nvPr>
            <p:ph type="body" sz="quarter" idx="21" hasCustomPrompt="1"/>
          </p:nvPr>
        </p:nvSpPr>
        <p:spPr>
          <a:xfrm>
            <a:off x="8268980" y="2312756"/>
            <a:ext cx="3191263" cy="1206053"/>
          </a:xfrm>
        </p:spPr>
        <p:txBody>
          <a:bodyPr>
            <a:noAutofit/>
          </a:bodyPr>
          <a:lstStyle>
            <a:lvl1pPr>
              <a:defRPr sz="7000">
                <a:solidFill>
                  <a:schemeClr val="accent1"/>
                </a:solidFill>
              </a:defRPr>
            </a:lvl1pPr>
          </a:lstStyle>
          <a:p>
            <a:pPr lvl="0"/>
            <a:r>
              <a:rPr lang="en-GB" dirty="0"/>
              <a:t>Stat</a:t>
            </a:r>
          </a:p>
        </p:txBody>
      </p:sp>
      <p:sp>
        <p:nvSpPr>
          <p:cNvPr id="20" name="Text Placeholder 14">
            <a:extLst>
              <a:ext uri="{FF2B5EF4-FFF2-40B4-BE49-F238E27FC236}">
                <a16:creationId xmlns:a16="http://schemas.microsoft.com/office/drawing/2014/main" id="{05D9D388-4998-48CC-8CFC-BA6D173FC209}"/>
              </a:ext>
            </a:extLst>
          </p:cNvPr>
          <p:cNvSpPr>
            <a:spLocks noGrp="1"/>
          </p:cNvSpPr>
          <p:nvPr>
            <p:ph type="body" sz="quarter" idx="22" hasCustomPrompt="1"/>
          </p:nvPr>
        </p:nvSpPr>
        <p:spPr>
          <a:xfrm>
            <a:off x="8268978" y="3544756"/>
            <a:ext cx="3191263" cy="276999"/>
          </a:xfrm>
        </p:spPr>
        <p:txBody>
          <a:bodyPr>
            <a:noAutofit/>
          </a:bodyPr>
          <a:lstStyle/>
          <a:p>
            <a:pPr lvl="0"/>
            <a:r>
              <a:rPr lang="en-GB" dirty="0"/>
              <a:t>Click to add text</a:t>
            </a:r>
          </a:p>
        </p:txBody>
      </p:sp>
      <p:sp>
        <p:nvSpPr>
          <p:cNvPr id="22" name="Text Placeholder 14">
            <a:extLst>
              <a:ext uri="{FF2B5EF4-FFF2-40B4-BE49-F238E27FC236}">
                <a16:creationId xmlns:a16="http://schemas.microsoft.com/office/drawing/2014/main" id="{04DF6A99-482C-45EE-B2CD-3DDD0FFB050A}"/>
              </a:ext>
            </a:extLst>
          </p:cNvPr>
          <p:cNvSpPr>
            <a:spLocks noGrp="1"/>
          </p:cNvSpPr>
          <p:nvPr>
            <p:ph type="body" sz="quarter" idx="24" hasCustomPrompt="1"/>
          </p:nvPr>
        </p:nvSpPr>
        <p:spPr>
          <a:xfrm>
            <a:off x="4500407" y="2312756"/>
            <a:ext cx="3191263" cy="1206053"/>
          </a:xfrm>
        </p:spPr>
        <p:txBody>
          <a:bodyPr>
            <a:noAutofit/>
          </a:bodyPr>
          <a:lstStyle>
            <a:lvl1pPr>
              <a:defRPr sz="7000">
                <a:solidFill>
                  <a:schemeClr val="accent1"/>
                </a:solidFill>
              </a:defRPr>
            </a:lvl1pPr>
          </a:lstStyle>
          <a:p>
            <a:pPr lvl="0"/>
            <a:r>
              <a:rPr lang="en-GB" dirty="0"/>
              <a:t>Stat</a:t>
            </a:r>
          </a:p>
        </p:txBody>
      </p:sp>
      <p:sp>
        <p:nvSpPr>
          <p:cNvPr id="23" name="Text Placeholder 14">
            <a:extLst>
              <a:ext uri="{FF2B5EF4-FFF2-40B4-BE49-F238E27FC236}">
                <a16:creationId xmlns:a16="http://schemas.microsoft.com/office/drawing/2014/main" id="{14C427C6-BE1B-D559-21C0-1BC0404C747D}"/>
              </a:ext>
            </a:extLst>
          </p:cNvPr>
          <p:cNvSpPr>
            <a:spLocks noGrp="1"/>
          </p:cNvSpPr>
          <p:nvPr>
            <p:ph type="body" sz="quarter" idx="25" hasCustomPrompt="1"/>
          </p:nvPr>
        </p:nvSpPr>
        <p:spPr>
          <a:xfrm>
            <a:off x="4500405" y="3544756"/>
            <a:ext cx="3191263" cy="276999"/>
          </a:xfrm>
        </p:spPr>
        <p:txBody>
          <a:bodyPr>
            <a:noAutofit/>
          </a:bodyPr>
          <a:lstStyle/>
          <a:p>
            <a:pPr lvl="0"/>
            <a:r>
              <a:rPr lang="en-GB" dirty="0"/>
              <a:t>Click to add text</a:t>
            </a:r>
          </a:p>
        </p:txBody>
      </p:sp>
    </p:spTree>
    <p:extLst>
      <p:ext uri="{BB962C8B-B14F-4D97-AF65-F5344CB8AC3E}">
        <p14:creationId xmlns:p14="http://schemas.microsoft.com/office/powerpoint/2010/main" val="3667444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ts: 3x2">
    <p:bg>
      <p:bgPr>
        <a:solidFill>
          <a:srgbClr val="F8F9FA"/>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519BE9-342D-F181-ECB2-C1A7AEC2B0AD}"/>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accent1"/>
                </a:solidFill>
              </a:rPr>
              <a:pPr algn="r"/>
              <a:t>‹#›</a:t>
            </a:fld>
            <a:endParaRPr lang="en-GB" sz="1500" dirty="0">
              <a:solidFill>
                <a:schemeClr val="accent1"/>
              </a:solidFill>
            </a:endParaRPr>
          </a:p>
        </p:txBody>
      </p:sp>
      <p:sp>
        <p:nvSpPr>
          <p:cNvPr id="12" name="Rectangle 11">
            <a:extLst>
              <a:ext uri="{FF2B5EF4-FFF2-40B4-BE49-F238E27FC236}">
                <a16:creationId xmlns:a16="http://schemas.microsoft.com/office/drawing/2014/main" id="{B1CC9449-69BE-AEF1-9E33-060495A481CE}"/>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6" name="Title Placeholder 6">
            <a:extLst>
              <a:ext uri="{FF2B5EF4-FFF2-40B4-BE49-F238E27FC236}">
                <a16:creationId xmlns:a16="http://schemas.microsoft.com/office/drawing/2014/main" id="{D6580911-BFEE-F5A7-0FD5-8F9AF7E1DACD}"/>
              </a:ext>
            </a:extLst>
          </p:cNvPr>
          <p:cNvSpPr>
            <a:spLocks noGrp="1"/>
          </p:cNvSpPr>
          <p:nvPr>
            <p:ph type="title" hasCustomPrompt="1"/>
          </p:nvPr>
        </p:nvSpPr>
        <p:spPr>
          <a:xfrm>
            <a:off x="731838" y="622238"/>
            <a:ext cx="9869901" cy="415498"/>
          </a:xfrm>
          <a:prstGeom prst="rect">
            <a:avLst/>
          </a:prstGeom>
        </p:spPr>
        <p:txBody>
          <a:bodyPr vert="horz" lIns="0" tIns="0" rIns="0" bIns="0" rtlCol="0" anchor="t" anchorCtr="0">
            <a:noAutofit/>
          </a:bodyPr>
          <a:lstStyle/>
          <a:p>
            <a:r>
              <a:rPr lang="en-GB" dirty="0"/>
              <a:t>Click to add title</a:t>
            </a:r>
          </a:p>
        </p:txBody>
      </p:sp>
      <p:sp>
        <p:nvSpPr>
          <p:cNvPr id="16" name="Text Placeholder 14">
            <a:extLst>
              <a:ext uri="{FF2B5EF4-FFF2-40B4-BE49-F238E27FC236}">
                <a16:creationId xmlns:a16="http://schemas.microsoft.com/office/drawing/2014/main" id="{41172836-3009-20E3-DA40-6C3FEACBA65A}"/>
              </a:ext>
            </a:extLst>
          </p:cNvPr>
          <p:cNvSpPr>
            <a:spLocks noGrp="1"/>
          </p:cNvSpPr>
          <p:nvPr>
            <p:ph type="body" sz="quarter" idx="18" hasCustomPrompt="1"/>
          </p:nvPr>
        </p:nvSpPr>
        <p:spPr>
          <a:xfrm>
            <a:off x="731838" y="1750782"/>
            <a:ext cx="3191263" cy="887644"/>
          </a:xfrm>
        </p:spPr>
        <p:txBody>
          <a:bodyPr>
            <a:noAutofit/>
          </a:bodyPr>
          <a:lstStyle>
            <a:lvl1pPr>
              <a:defRPr sz="6000">
                <a:solidFill>
                  <a:schemeClr val="accent1"/>
                </a:solidFill>
              </a:defRPr>
            </a:lvl1pPr>
          </a:lstStyle>
          <a:p>
            <a:pPr lvl="0"/>
            <a:r>
              <a:rPr lang="en-GB" dirty="0"/>
              <a:t>Stat</a:t>
            </a:r>
          </a:p>
        </p:txBody>
      </p:sp>
      <p:sp>
        <p:nvSpPr>
          <p:cNvPr id="17" name="Text Placeholder 14">
            <a:extLst>
              <a:ext uri="{FF2B5EF4-FFF2-40B4-BE49-F238E27FC236}">
                <a16:creationId xmlns:a16="http://schemas.microsoft.com/office/drawing/2014/main" id="{D9E970A3-9B76-5E43-C3FB-15C7F30F303C}"/>
              </a:ext>
            </a:extLst>
          </p:cNvPr>
          <p:cNvSpPr>
            <a:spLocks noGrp="1"/>
          </p:cNvSpPr>
          <p:nvPr>
            <p:ph type="body" sz="quarter" idx="19" hasCustomPrompt="1"/>
          </p:nvPr>
        </p:nvSpPr>
        <p:spPr>
          <a:xfrm>
            <a:off x="731836" y="2648118"/>
            <a:ext cx="3191263" cy="1065344"/>
          </a:xfrm>
        </p:spPr>
        <p:txBody>
          <a:bodyPr>
            <a:noAutofit/>
          </a:bodyPr>
          <a:lstStyle>
            <a:lvl1pPr>
              <a:defRPr sz="1600"/>
            </a:lvl1pPr>
          </a:lstStyle>
          <a:p>
            <a:pPr lvl="0"/>
            <a:r>
              <a:rPr lang="en-GB" dirty="0"/>
              <a:t>Click to add text</a:t>
            </a:r>
          </a:p>
        </p:txBody>
      </p:sp>
      <p:sp>
        <p:nvSpPr>
          <p:cNvPr id="19" name="Text Placeholder 14">
            <a:extLst>
              <a:ext uri="{FF2B5EF4-FFF2-40B4-BE49-F238E27FC236}">
                <a16:creationId xmlns:a16="http://schemas.microsoft.com/office/drawing/2014/main" id="{CBA2B73B-3CA1-E02B-8954-5F3E2DAE7606}"/>
              </a:ext>
            </a:extLst>
          </p:cNvPr>
          <p:cNvSpPr>
            <a:spLocks noGrp="1"/>
          </p:cNvSpPr>
          <p:nvPr>
            <p:ph type="body" sz="quarter" idx="21" hasCustomPrompt="1"/>
          </p:nvPr>
        </p:nvSpPr>
        <p:spPr>
          <a:xfrm>
            <a:off x="8268980" y="1750782"/>
            <a:ext cx="3191263" cy="887644"/>
          </a:xfrm>
        </p:spPr>
        <p:txBody>
          <a:bodyPr>
            <a:noAutofit/>
          </a:bodyPr>
          <a:lstStyle>
            <a:lvl1pPr>
              <a:defRPr sz="6000">
                <a:solidFill>
                  <a:schemeClr val="accent1"/>
                </a:solidFill>
              </a:defRPr>
            </a:lvl1pPr>
          </a:lstStyle>
          <a:p>
            <a:pPr lvl="0"/>
            <a:r>
              <a:rPr lang="en-GB" dirty="0"/>
              <a:t>Stat</a:t>
            </a:r>
          </a:p>
        </p:txBody>
      </p:sp>
      <p:sp>
        <p:nvSpPr>
          <p:cNvPr id="20" name="Text Placeholder 14">
            <a:extLst>
              <a:ext uri="{FF2B5EF4-FFF2-40B4-BE49-F238E27FC236}">
                <a16:creationId xmlns:a16="http://schemas.microsoft.com/office/drawing/2014/main" id="{05D9D388-4998-48CC-8CFC-BA6D173FC209}"/>
              </a:ext>
            </a:extLst>
          </p:cNvPr>
          <p:cNvSpPr>
            <a:spLocks noGrp="1"/>
          </p:cNvSpPr>
          <p:nvPr>
            <p:ph type="body" sz="quarter" idx="22" hasCustomPrompt="1"/>
          </p:nvPr>
        </p:nvSpPr>
        <p:spPr>
          <a:xfrm>
            <a:off x="8268978" y="2648118"/>
            <a:ext cx="3191263" cy="1065344"/>
          </a:xfrm>
        </p:spPr>
        <p:txBody>
          <a:bodyPr>
            <a:noAutofit/>
          </a:bodyPr>
          <a:lstStyle>
            <a:lvl1pPr>
              <a:defRPr sz="1600"/>
            </a:lvl1pPr>
          </a:lstStyle>
          <a:p>
            <a:pPr lvl="0"/>
            <a:r>
              <a:rPr lang="en-GB" dirty="0"/>
              <a:t>Click to add text</a:t>
            </a:r>
          </a:p>
        </p:txBody>
      </p:sp>
      <p:sp>
        <p:nvSpPr>
          <p:cNvPr id="22" name="Text Placeholder 14">
            <a:extLst>
              <a:ext uri="{FF2B5EF4-FFF2-40B4-BE49-F238E27FC236}">
                <a16:creationId xmlns:a16="http://schemas.microsoft.com/office/drawing/2014/main" id="{04DF6A99-482C-45EE-B2CD-3DDD0FFB050A}"/>
              </a:ext>
            </a:extLst>
          </p:cNvPr>
          <p:cNvSpPr>
            <a:spLocks noGrp="1"/>
          </p:cNvSpPr>
          <p:nvPr>
            <p:ph type="body" sz="quarter" idx="24" hasCustomPrompt="1"/>
          </p:nvPr>
        </p:nvSpPr>
        <p:spPr>
          <a:xfrm>
            <a:off x="4500407" y="1750782"/>
            <a:ext cx="3191263" cy="887644"/>
          </a:xfrm>
        </p:spPr>
        <p:txBody>
          <a:bodyPr>
            <a:noAutofit/>
          </a:bodyPr>
          <a:lstStyle>
            <a:lvl1pPr>
              <a:defRPr sz="6000">
                <a:solidFill>
                  <a:schemeClr val="accent1"/>
                </a:solidFill>
              </a:defRPr>
            </a:lvl1pPr>
          </a:lstStyle>
          <a:p>
            <a:pPr lvl="0"/>
            <a:r>
              <a:rPr lang="en-GB" dirty="0"/>
              <a:t>Stat</a:t>
            </a:r>
          </a:p>
        </p:txBody>
      </p:sp>
      <p:sp>
        <p:nvSpPr>
          <p:cNvPr id="23" name="Text Placeholder 14">
            <a:extLst>
              <a:ext uri="{FF2B5EF4-FFF2-40B4-BE49-F238E27FC236}">
                <a16:creationId xmlns:a16="http://schemas.microsoft.com/office/drawing/2014/main" id="{14C427C6-BE1B-D559-21C0-1BC0404C747D}"/>
              </a:ext>
            </a:extLst>
          </p:cNvPr>
          <p:cNvSpPr>
            <a:spLocks noGrp="1"/>
          </p:cNvSpPr>
          <p:nvPr>
            <p:ph type="body" sz="quarter" idx="25" hasCustomPrompt="1"/>
          </p:nvPr>
        </p:nvSpPr>
        <p:spPr>
          <a:xfrm>
            <a:off x="4500405" y="2648118"/>
            <a:ext cx="3191263" cy="1065344"/>
          </a:xfrm>
        </p:spPr>
        <p:txBody>
          <a:bodyPr>
            <a:noAutofit/>
          </a:bodyPr>
          <a:lstStyle>
            <a:lvl1pPr>
              <a:defRPr sz="1600"/>
            </a:lvl1pPr>
          </a:lstStyle>
          <a:p>
            <a:pPr lvl="0"/>
            <a:r>
              <a:rPr lang="en-GB" dirty="0"/>
              <a:t>Click to add text</a:t>
            </a:r>
          </a:p>
        </p:txBody>
      </p:sp>
      <p:sp>
        <p:nvSpPr>
          <p:cNvPr id="4" name="Text Placeholder 14">
            <a:extLst>
              <a:ext uri="{FF2B5EF4-FFF2-40B4-BE49-F238E27FC236}">
                <a16:creationId xmlns:a16="http://schemas.microsoft.com/office/drawing/2014/main" id="{9D71305A-9B66-093C-F802-B24414502F60}"/>
              </a:ext>
            </a:extLst>
          </p:cNvPr>
          <p:cNvSpPr>
            <a:spLocks noGrp="1"/>
          </p:cNvSpPr>
          <p:nvPr>
            <p:ph type="body" sz="quarter" idx="26" hasCustomPrompt="1"/>
          </p:nvPr>
        </p:nvSpPr>
        <p:spPr>
          <a:xfrm>
            <a:off x="731838" y="3932007"/>
            <a:ext cx="3191263" cy="887644"/>
          </a:xfrm>
        </p:spPr>
        <p:txBody>
          <a:bodyPr>
            <a:noAutofit/>
          </a:bodyPr>
          <a:lstStyle>
            <a:lvl1pPr>
              <a:defRPr sz="6000">
                <a:solidFill>
                  <a:schemeClr val="accent1"/>
                </a:solidFill>
              </a:defRPr>
            </a:lvl1pPr>
          </a:lstStyle>
          <a:p>
            <a:pPr lvl="0"/>
            <a:r>
              <a:rPr lang="en-GB" dirty="0"/>
              <a:t>Stat</a:t>
            </a:r>
          </a:p>
        </p:txBody>
      </p:sp>
      <p:sp>
        <p:nvSpPr>
          <p:cNvPr id="5" name="Text Placeholder 14">
            <a:extLst>
              <a:ext uri="{FF2B5EF4-FFF2-40B4-BE49-F238E27FC236}">
                <a16:creationId xmlns:a16="http://schemas.microsoft.com/office/drawing/2014/main" id="{E544FC8E-08AA-0AD4-3FEB-D294C24B8B1B}"/>
              </a:ext>
            </a:extLst>
          </p:cNvPr>
          <p:cNvSpPr>
            <a:spLocks noGrp="1"/>
          </p:cNvSpPr>
          <p:nvPr>
            <p:ph type="body" sz="quarter" idx="27" hasCustomPrompt="1"/>
          </p:nvPr>
        </p:nvSpPr>
        <p:spPr>
          <a:xfrm>
            <a:off x="731836" y="4829343"/>
            <a:ext cx="3191263" cy="1065344"/>
          </a:xfrm>
        </p:spPr>
        <p:txBody>
          <a:bodyPr>
            <a:noAutofit/>
          </a:bodyPr>
          <a:lstStyle>
            <a:lvl1pPr>
              <a:defRPr sz="1600"/>
            </a:lvl1pPr>
          </a:lstStyle>
          <a:p>
            <a:pPr lvl="0"/>
            <a:r>
              <a:rPr lang="en-GB" dirty="0"/>
              <a:t>Click to add text</a:t>
            </a:r>
          </a:p>
        </p:txBody>
      </p:sp>
      <p:sp>
        <p:nvSpPr>
          <p:cNvPr id="7" name="Text Placeholder 14">
            <a:extLst>
              <a:ext uri="{FF2B5EF4-FFF2-40B4-BE49-F238E27FC236}">
                <a16:creationId xmlns:a16="http://schemas.microsoft.com/office/drawing/2014/main" id="{C2D4EA0C-83BA-9CA9-A370-6444BBCD79AE}"/>
              </a:ext>
            </a:extLst>
          </p:cNvPr>
          <p:cNvSpPr>
            <a:spLocks noGrp="1"/>
          </p:cNvSpPr>
          <p:nvPr>
            <p:ph type="body" sz="quarter" idx="28" hasCustomPrompt="1"/>
          </p:nvPr>
        </p:nvSpPr>
        <p:spPr>
          <a:xfrm>
            <a:off x="8268980" y="3932007"/>
            <a:ext cx="3191263" cy="887644"/>
          </a:xfrm>
        </p:spPr>
        <p:txBody>
          <a:bodyPr>
            <a:noAutofit/>
          </a:bodyPr>
          <a:lstStyle>
            <a:lvl1pPr>
              <a:defRPr sz="6000">
                <a:solidFill>
                  <a:schemeClr val="accent1"/>
                </a:solidFill>
              </a:defRPr>
            </a:lvl1pPr>
          </a:lstStyle>
          <a:p>
            <a:pPr lvl="0"/>
            <a:r>
              <a:rPr lang="en-GB" dirty="0"/>
              <a:t>Stat</a:t>
            </a:r>
          </a:p>
        </p:txBody>
      </p:sp>
      <p:sp>
        <p:nvSpPr>
          <p:cNvPr id="8" name="Text Placeholder 14">
            <a:extLst>
              <a:ext uri="{FF2B5EF4-FFF2-40B4-BE49-F238E27FC236}">
                <a16:creationId xmlns:a16="http://schemas.microsoft.com/office/drawing/2014/main" id="{E32B1713-896B-FE0F-A499-6265F6BF475D}"/>
              </a:ext>
            </a:extLst>
          </p:cNvPr>
          <p:cNvSpPr>
            <a:spLocks noGrp="1"/>
          </p:cNvSpPr>
          <p:nvPr>
            <p:ph type="body" sz="quarter" idx="29" hasCustomPrompt="1"/>
          </p:nvPr>
        </p:nvSpPr>
        <p:spPr>
          <a:xfrm>
            <a:off x="8268978" y="4829343"/>
            <a:ext cx="3191263" cy="1065344"/>
          </a:xfrm>
        </p:spPr>
        <p:txBody>
          <a:bodyPr>
            <a:noAutofit/>
          </a:bodyPr>
          <a:lstStyle>
            <a:lvl1pPr>
              <a:defRPr sz="1600"/>
            </a:lvl1pPr>
          </a:lstStyle>
          <a:p>
            <a:pPr lvl="0"/>
            <a:r>
              <a:rPr lang="en-GB" dirty="0"/>
              <a:t>Click to add text</a:t>
            </a:r>
          </a:p>
        </p:txBody>
      </p:sp>
      <p:sp>
        <p:nvSpPr>
          <p:cNvPr id="9" name="Text Placeholder 14">
            <a:extLst>
              <a:ext uri="{FF2B5EF4-FFF2-40B4-BE49-F238E27FC236}">
                <a16:creationId xmlns:a16="http://schemas.microsoft.com/office/drawing/2014/main" id="{5F1A546A-EE1B-66B3-31E0-1CC9C890D605}"/>
              </a:ext>
            </a:extLst>
          </p:cNvPr>
          <p:cNvSpPr>
            <a:spLocks noGrp="1"/>
          </p:cNvSpPr>
          <p:nvPr>
            <p:ph type="body" sz="quarter" idx="30" hasCustomPrompt="1"/>
          </p:nvPr>
        </p:nvSpPr>
        <p:spPr>
          <a:xfrm>
            <a:off x="4500407" y="3932007"/>
            <a:ext cx="3191263" cy="887644"/>
          </a:xfrm>
        </p:spPr>
        <p:txBody>
          <a:bodyPr>
            <a:noAutofit/>
          </a:bodyPr>
          <a:lstStyle>
            <a:lvl1pPr>
              <a:defRPr sz="6000">
                <a:solidFill>
                  <a:schemeClr val="accent1"/>
                </a:solidFill>
              </a:defRPr>
            </a:lvl1pPr>
          </a:lstStyle>
          <a:p>
            <a:pPr lvl="0"/>
            <a:r>
              <a:rPr lang="en-GB" dirty="0"/>
              <a:t>Stat</a:t>
            </a:r>
          </a:p>
        </p:txBody>
      </p:sp>
      <p:sp>
        <p:nvSpPr>
          <p:cNvPr id="10" name="Text Placeholder 14">
            <a:extLst>
              <a:ext uri="{FF2B5EF4-FFF2-40B4-BE49-F238E27FC236}">
                <a16:creationId xmlns:a16="http://schemas.microsoft.com/office/drawing/2014/main" id="{C6D0948C-0FAD-7EFE-9C13-A4846AADF0FC}"/>
              </a:ext>
            </a:extLst>
          </p:cNvPr>
          <p:cNvSpPr>
            <a:spLocks noGrp="1"/>
          </p:cNvSpPr>
          <p:nvPr>
            <p:ph type="body" sz="quarter" idx="31" hasCustomPrompt="1"/>
          </p:nvPr>
        </p:nvSpPr>
        <p:spPr>
          <a:xfrm>
            <a:off x="4500405" y="4829343"/>
            <a:ext cx="3191263" cy="1065344"/>
          </a:xfrm>
        </p:spPr>
        <p:txBody>
          <a:bodyPr>
            <a:noAutofit/>
          </a:bodyPr>
          <a:lstStyle>
            <a:lvl1pPr>
              <a:defRPr sz="1600"/>
            </a:lvl1pPr>
          </a:lstStyle>
          <a:p>
            <a:pPr lvl="0"/>
            <a:r>
              <a:rPr lang="en-GB" dirty="0"/>
              <a:t>Click to add text</a:t>
            </a:r>
          </a:p>
        </p:txBody>
      </p:sp>
    </p:spTree>
    <p:extLst>
      <p:ext uri="{BB962C8B-B14F-4D97-AF65-F5344CB8AC3E}">
        <p14:creationId xmlns:p14="http://schemas.microsoft.com/office/powerpoint/2010/main" val="4287514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cons: 33/33/33">
    <p:bg>
      <p:bgPr>
        <a:solidFill>
          <a:srgbClr val="F8F9FA"/>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519BE9-342D-F181-ECB2-C1A7AEC2B0AD}"/>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accent1"/>
                </a:solidFill>
              </a:rPr>
              <a:pPr algn="r"/>
              <a:t>‹#›</a:t>
            </a:fld>
            <a:endParaRPr lang="en-GB" sz="1500" dirty="0">
              <a:solidFill>
                <a:schemeClr val="accent1"/>
              </a:solidFill>
            </a:endParaRPr>
          </a:p>
        </p:txBody>
      </p:sp>
      <p:sp>
        <p:nvSpPr>
          <p:cNvPr id="12" name="Rectangle 11">
            <a:extLst>
              <a:ext uri="{FF2B5EF4-FFF2-40B4-BE49-F238E27FC236}">
                <a16:creationId xmlns:a16="http://schemas.microsoft.com/office/drawing/2014/main" id="{B1CC9449-69BE-AEF1-9E33-060495A481CE}"/>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6" name="Title Placeholder 6">
            <a:extLst>
              <a:ext uri="{FF2B5EF4-FFF2-40B4-BE49-F238E27FC236}">
                <a16:creationId xmlns:a16="http://schemas.microsoft.com/office/drawing/2014/main" id="{D6580911-BFEE-F5A7-0FD5-8F9AF7E1DACD}"/>
              </a:ext>
            </a:extLst>
          </p:cNvPr>
          <p:cNvSpPr>
            <a:spLocks noGrp="1"/>
          </p:cNvSpPr>
          <p:nvPr>
            <p:ph type="title" hasCustomPrompt="1"/>
          </p:nvPr>
        </p:nvSpPr>
        <p:spPr>
          <a:xfrm>
            <a:off x="731838" y="622238"/>
            <a:ext cx="9869901" cy="415498"/>
          </a:xfrm>
          <a:prstGeom prst="rect">
            <a:avLst/>
          </a:prstGeom>
        </p:spPr>
        <p:txBody>
          <a:bodyPr vert="horz" lIns="0" tIns="0" rIns="0" bIns="0" rtlCol="0" anchor="t" anchorCtr="0">
            <a:noAutofit/>
          </a:bodyPr>
          <a:lstStyle/>
          <a:p>
            <a:r>
              <a:rPr lang="en-GB" dirty="0"/>
              <a:t>Click to add title</a:t>
            </a:r>
          </a:p>
        </p:txBody>
      </p:sp>
      <p:sp>
        <p:nvSpPr>
          <p:cNvPr id="17" name="Text Placeholder 14">
            <a:extLst>
              <a:ext uri="{FF2B5EF4-FFF2-40B4-BE49-F238E27FC236}">
                <a16:creationId xmlns:a16="http://schemas.microsoft.com/office/drawing/2014/main" id="{D9E970A3-9B76-5E43-C3FB-15C7F30F303C}"/>
              </a:ext>
            </a:extLst>
          </p:cNvPr>
          <p:cNvSpPr>
            <a:spLocks noGrp="1"/>
          </p:cNvSpPr>
          <p:nvPr>
            <p:ph type="body" sz="quarter" idx="19" hasCustomPrompt="1"/>
          </p:nvPr>
        </p:nvSpPr>
        <p:spPr>
          <a:xfrm>
            <a:off x="731836" y="4030531"/>
            <a:ext cx="3191263" cy="276999"/>
          </a:xfrm>
        </p:spPr>
        <p:txBody>
          <a:bodyPr>
            <a:spAutoFit/>
          </a:bodyPr>
          <a:lstStyle>
            <a:lvl1pPr algn="ctr">
              <a:defRPr/>
            </a:lvl1pPr>
          </a:lstStyle>
          <a:p>
            <a:pPr lvl="0"/>
            <a:r>
              <a:rPr lang="en-GB" dirty="0"/>
              <a:t>Click to add text</a:t>
            </a:r>
          </a:p>
        </p:txBody>
      </p:sp>
      <p:sp>
        <p:nvSpPr>
          <p:cNvPr id="20" name="Text Placeholder 14">
            <a:extLst>
              <a:ext uri="{FF2B5EF4-FFF2-40B4-BE49-F238E27FC236}">
                <a16:creationId xmlns:a16="http://schemas.microsoft.com/office/drawing/2014/main" id="{05D9D388-4998-48CC-8CFC-BA6D173FC209}"/>
              </a:ext>
            </a:extLst>
          </p:cNvPr>
          <p:cNvSpPr>
            <a:spLocks noGrp="1"/>
          </p:cNvSpPr>
          <p:nvPr>
            <p:ph type="body" sz="quarter" idx="22" hasCustomPrompt="1"/>
          </p:nvPr>
        </p:nvSpPr>
        <p:spPr>
          <a:xfrm>
            <a:off x="8268978" y="4030531"/>
            <a:ext cx="3191263" cy="276999"/>
          </a:xfrm>
        </p:spPr>
        <p:txBody>
          <a:bodyPr>
            <a:spAutoFit/>
          </a:bodyPr>
          <a:lstStyle>
            <a:lvl1pPr algn="ctr">
              <a:defRPr/>
            </a:lvl1pPr>
          </a:lstStyle>
          <a:p>
            <a:pPr lvl="0"/>
            <a:r>
              <a:rPr lang="en-GB" dirty="0"/>
              <a:t>Click to add text</a:t>
            </a:r>
          </a:p>
        </p:txBody>
      </p:sp>
      <p:sp>
        <p:nvSpPr>
          <p:cNvPr id="23" name="Text Placeholder 14">
            <a:extLst>
              <a:ext uri="{FF2B5EF4-FFF2-40B4-BE49-F238E27FC236}">
                <a16:creationId xmlns:a16="http://schemas.microsoft.com/office/drawing/2014/main" id="{14C427C6-BE1B-D559-21C0-1BC0404C747D}"/>
              </a:ext>
            </a:extLst>
          </p:cNvPr>
          <p:cNvSpPr>
            <a:spLocks noGrp="1"/>
          </p:cNvSpPr>
          <p:nvPr>
            <p:ph type="body" sz="quarter" idx="25" hasCustomPrompt="1"/>
          </p:nvPr>
        </p:nvSpPr>
        <p:spPr>
          <a:xfrm>
            <a:off x="4500405" y="4030531"/>
            <a:ext cx="3191263" cy="276999"/>
          </a:xfrm>
        </p:spPr>
        <p:txBody>
          <a:bodyPr>
            <a:spAutoFit/>
          </a:bodyPr>
          <a:lstStyle>
            <a:lvl1pPr algn="ctr">
              <a:defRPr/>
            </a:lvl1pPr>
          </a:lstStyle>
          <a:p>
            <a:pPr lvl="0"/>
            <a:r>
              <a:rPr lang="en-GB" dirty="0"/>
              <a:t>Click to add text</a:t>
            </a:r>
          </a:p>
        </p:txBody>
      </p:sp>
      <p:sp>
        <p:nvSpPr>
          <p:cNvPr id="3" name="Oval 2">
            <a:extLst>
              <a:ext uri="{FF2B5EF4-FFF2-40B4-BE49-F238E27FC236}">
                <a16:creationId xmlns:a16="http://schemas.microsoft.com/office/drawing/2014/main" id="{FE1F656D-808F-637F-926E-3895CAE464CE}"/>
              </a:ext>
            </a:extLst>
          </p:cNvPr>
          <p:cNvSpPr>
            <a:spLocks noChangeAspect="1"/>
          </p:cNvSpPr>
          <p:nvPr/>
        </p:nvSpPr>
        <p:spPr>
          <a:xfrm>
            <a:off x="5401212" y="2365714"/>
            <a:ext cx="1386000" cy="1387136"/>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08EFF65A-7612-983C-E857-21AFA2F0C1C5}"/>
              </a:ext>
            </a:extLst>
          </p:cNvPr>
          <p:cNvSpPr>
            <a:spLocks noChangeAspect="1"/>
          </p:cNvSpPr>
          <p:nvPr userDrawn="1"/>
        </p:nvSpPr>
        <p:spPr>
          <a:xfrm>
            <a:off x="9169821" y="2365714"/>
            <a:ext cx="1386000" cy="1386000"/>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1F0233EA-30F0-BDC2-1C69-608D0ACF6386}"/>
              </a:ext>
            </a:extLst>
          </p:cNvPr>
          <p:cNvSpPr>
            <a:spLocks noChangeAspect="1"/>
          </p:cNvSpPr>
          <p:nvPr/>
        </p:nvSpPr>
        <p:spPr>
          <a:xfrm>
            <a:off x="1638336" y="2365714"/>
            <a:ext cx="1386000" cy="1386000"/>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D13EF322-EC12-83D6-DF2C-E47F4B049D95}"/>
              </a:ext>
            </a:extLst>
          </p:cNvPr>
          <p:cNvSpPr txBox="1"/>
          <p:nvPr userDrawn="1"/>
        </p:nvSpPr>
        <p:spPr>
          <a:xfrm>
            <a:off x="5410520" y="2735547"/>
            <a:ext cx="1386000" cy="646331"/>
          </a:xfrm>
          <a:prstGeom prst="rect">
            <a:avLst/>
          </a:prstGeom>
          <a:noFill/>
        </p:spPr>
        <p:txBody>
          <a:bodyPr wrap="square" rtlCol="0">
            <a:spAutoFit/>
          </a:bodyPr>
          <a:lstStyle/>
          <a:p>
            <a:pPr algn="ctr"/>
            <a:r>
              <a:rPr lang="en-GB" sz="1200" dirty="0">
                <a:solidFill>
                  <a:schemeClr val="bg1">
                    <a:lumMod val="50000"/>
                  </a:schemeClr>
                </a:solidFill>
              </a:rPr>
              <a:t>PASTE ICON FROM ICON SECTION</a:t>
            </a:r>
          </a:p>
        </p:txBody>
      </p:sp>
      <p:sp>
        <p:nvSpPr>
          <p:cNvPr id="28" name="TextBox 27">
            <a:extLst>
              <a:ext uri="{FF2B5EF4-FFF2-40B4-BE49-F238E27FC236}">
                <a16:creationId xmlns:a16="http://schemas.microsoft.com/office/drawing/2014/main" id="{1AE95085-6EA6-C444-D74F-2F1DCBF43DA9}"/>
              </a:ext>
            </a:extLst>
          </p:cNvPr>
          <p:cNvSpPr txBox="1"/>
          <p:nvPr userDrawn="1"/>
        </p:nvSpPr>
        <p:spPr>
          <a:xfrm>
            <a:off x="1638336" y="2735547"/>
            <a:ext cx="1386000" cy="646331"/>
          </a:xfrm>
          <a:prstGeom prst="rect">
            <a:avLst/>
          </a:prstGeom>
          <a:noFill/>
        </p:spPr>
        <p:txBody>
          <a:bodyPr wrap="square" rtlCol="0">
            <a:spAutoFit/>
          </a:bodyPr>
          <a:lstStyle/>
          <a:p>
            <a:pPr algn="ctr"/>
            <a:r>
              <a:rPr lang="en-GB" sz="1200" dirty="0">
                <a:solidFill>
                  <a:schemeClr val="bg1">
                    <a:lumMod val="50000"/>
                  </a:schemeClr>
                </a:solidFill>
              </a:rPr>
              <a:t>PASTE ICON FROM ICON SECTION</a:t>
            </a:r>
          </a:p>
        </p:txBody>
      </p:sp>
      <p:sp>
        <p:nvSpPr>
          <p:cNvPr id="29" name="TextBox 28">
            <a:extLst>
              <a:ext uri="{FF2B5EF4-FFF2-40B4-BE49-F238E27FC236}">
                <a16:creationId xmlns:a16="http://schemas.microsoft.com/office/drawing/2014/main" id="{CC1050F2-959D-9DBA-8B88-6FB7FE8C97CE}"/>
              </a:ext>
            </a:extLst>
          </p:cNvPr>
          <p:cNvSpPr txBox="1"/>
          <p:nvPr userDrawn="1"/>
        </p:nvSpPr>
        <p:spPr>
          <a:xfrm>
            <a:off x="9169821" y="2735547"/>
            <a:ext cx="1386000" cy="646331"/>
          </a:xfrm>
          <a:prstGeom prst="rect">
            <a:avLst/>
          </a:prstGeom>
          <a:noFill/>
        </p:spPr>
        <p:txBody>
          <a:bodyPr wrap="square" rtlCol="0">
            <a:spAutoFit/>
          </a:bodyPr>
          <a:lstStyle/>
          <a:p>
            <a:pPr algn="ctr"/>
            <a:r>
              <a:rPr lang="en-GB" sz="1200" dirty="0">
                <a:solidFill>
                  <a:schemeClr val="bg1">
                    <a:lumMod val="50000"/>
                  </a:schemeClr>
                </a:solidFill>
              </a:rPr>
              <a:t>PASTE ICON FROM ICON SECTION</a:t>
            </a:r>
          </a:p>
        </p:txBody>
      </p:sp>
    </p:spTree>
    <p:extLst>
      <p:ext uri="{BB962C8B-B14F-4D97-AF65-F5344CB8AC3E}">
        <p14:creationId xmlns:p14="http://schemas.microsoft.com/office/powerpoint/2010/main" val="749818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cons: 2x3">
    <p:bg>
      <p:bgPr>
        <a:solidFill>
          <a:srgbClr val="F8F9FA"/>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E519BE9-342D-F181-ECB2-C1A7AEC2B0AD}"/>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accent1"/>
                </a:solidFill>
              </a:rPr>
              <a:pPr algn="r"/>
              <a:t>‹#›</a:t>
            </a:fld>
            <a:endParaRPr lang="en-GB" sz="1500" dirty="0">
              <a:solidFill>
                <a:schemeClr val="accent1"/>
              </a:solidFill>
            </a:endParaRPr>
          </a:p>
        </p:txBody>
      </p:sp>
      <p:sp>
        <p:nvSpPr>
          <p:cNvPr id="12" name="Rectangle 11">
            <a:extLst>
              <a:ext uri="{FF2B5EF4-FFF2-40B4-BE49-F238E27FC236}">
                <a16:creationId xmlns:a16="http://schemas.microsoft.com/office/drawing/2014/main" id="{B1CC9449-69BE-AEF1-9E33-060495A481CE}"/>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6" name="Title Placeholder 6">
            <a:extLst>
              <a:ext uri="{FF2B5EF4-FFF2-40B4-BE49-F238E27FC236}">
                <a16:creationId xmlns:a16="http://schemas.microsoft.com/office/drawing/2014/main" id="{D6580911-BFEE-F5A7-0FD5-8F9AF7E1DACD}"/>
              </a:ext>
            </a:extLst>
          </p:cNvPr>
          <p:cNvSpPr>
            <a:spLocks noGrp="1"/>
          </p:cNvSpPr>
          <p:nvPr>
            <p:ph type="title" hasCustomPrompt="1"/>
          </p:nvPr>
        </p:nvSpPr>
        <p:spPr>
          <a:xfrm>
            <a:off x="731838" y="622238"/>
            <a:ext cx="9869901" cy="415498"/>
          </a:xfrm>
          <a:prstGeom prst="rect">
            <a:avLst/>
          </a:prstGeom>
        </p:spPr>
        <p:txBody>
          <a:bodyPr vert="horz" lIns="0" tIns="0" rIns="0" bIns="0" rtlCol="0" anchor="t" anchorCtr="0">
            <a:noAutofit/>
          </a:bodyPr>
          <a:lstStyle/>
          <a:p>
            <a:r>
              <a:rPr lang="en-GB" dirty="0"/>
              <a:t>Click to add title</a:t>
            </a:r>
          </a:p>
        </p:txBody>
      </p:sp>
      <p:sp>
        <p:nvSpPr>
          <p:cNvPr id="17" name="Text Placeholder 14">
            <a:extLst>
              <a:ext uri="{FF2B5EF4-FFF2-40B4-BE49-F238E27FC236}">
                <a16:creationId xmlns:a16="http://schemas.microsoft.com/office/drawing/2014/main" id="{D9E970A3-9B76-5E43-C3FB-15C7F30F303C}"/>
              </a:ext>
            </a:extLst>
          </p:cNvPr>
          <p:cNvSpPr>
            <a:spLocks noGrp="1"/>
          </p:cNvSpPr>
          <p:nvPr>
            <p:ph type="body" sz="quarter" idx="19" hasCustomPrompt="1"/>
          </p:nvPr>
        </p:nvSpPr>
        <p:spPr>
          <a:xfrm>
            <a:off x="1857375" y="2251304"/>
            <a:ext cx="3848100" cy="246221"/>
          </a:xfrm>
        </p:spPr>
        <p:txBody>
          <a:bodyPr anchor="ctr" anchorCtr="0">
            <a:spAutoFit/>
          </a:bodyPr>
          <a:lstStyle>
            <a:lvl1pPr algn="l">
              <a:defRPr sz="1600"/>
            </a:lvl1pPr>
          </a:lstStyle>
          <a:p>
            <a:pPr lvl="0"/>
            <a:r>
              <a:rPr lang="en-GB" dirty="0"/>
              <a:t>Click to add text</a:t>
            </a:r>
          </a:p>
        </p:txBody>
      </p:sp>
      <p:sp>
        <p:nvSpPr>
          <p:cNvPr id="10" name="Oval 9">
            <a:extLst>
              <a:ext uri="{FF2B5EF4-FFF2-40B4-BE49-F238E27FC236}">
                <a16:creationId xmlns:a16="http://schemas.microsoft.com/office/drawing/2014/main" id="{1F0233EA-30F0-BDC2-1C69-608D0ACF6386}"/>
              </a:ext>
            </a:extLst>
          </p:cNvPr>
          <p:cNvSpPr>
            <a:spLocks noChangeAspect="1"/>
          </p:cNvSpPr>
          <p:nvPr/>
        </p:nvSpPr>
        <p:spPr>
          <a:xfrm>
            <a:off x="731838" y="1883186"/>
            <a:ext cx="981039" cy="981039"/>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1AE95085-6EA6-C444-D74F-2F1DCBF43DA9}"/>
              </a:ext>
            </a:extLst>
          </p:cNvPr>
          <p:cNvSpPr txBox="1"/>
          <p:nvPr userDrawn="1"/>
        </p:nvSpPr>
        <p:spPr>
          <a:xfrm>
            <a:off x="731838" y="1883185"/>
            <a:ext cx="981039" cy="981039"/>
          </a:xfrm>
          <a:prstGeom prst="rect">
            <a:avLst/>
          </a:prstGeom>
          <a:noFill/>
        </p:spPr>
        <p:txBody>
          <a:bodyPr wrap="square" rtlCol="0" anchor="ctr" anchorCtr="0">
            <a:noAutofit/>
          </a:bodyPr>
          <a:lstStyle/>
          <a:p>
            <a:pPr algn="ctr"/>
            <a:r>
              <a:rPr lang="en-GB" sz="1000" dirty="0">
                <a:solidFill>
                  <a:schemeClr val="bg1">
                    <a:lumMod val="50000"/>
                  </a:schemeClr>
                </a:solidFill>
              </a:rPr>
              <a:t>PASTE ICON FROM ICON SECTION</a:t>
            </a:r>
          </a:p>
        </p:txBody>
      </p:sp>
      <p:sp>
        <p:nvSpPr>
          <p:cNvPr id="26" name="Text Placeholder 14">
            <a:extLst>
              <a:ext uri="{FF2B5EF4-FFF2-40B4-BE49-F238E27FC236}">
                <a16:creationId xmlns:a16="http://schemas.microsoft.com/office/drawing/2014/main" id="{53E54556-F400-DB79-55CA-73889B1FDE83}"/>
              </a:ext>
            </a:extLst>
          </p:cNvPr>
          <p:cNvSpPr>
            <a:spLocks noGrp="1"/>
          </p:cNvSpPr>
          <p:nvPr>
            <p:ph type="body" sz="quarter" idx="20" hasCustomPrompt="1"/>
          </p:nvPr>
        </p:nvSpPr>
        <p:spPr>
          <a:xfrm>
            <a:off x="7610475" y="2251304"/>
            <a:ext cx="3848100" cy="246221"/>
          </a:xfrm>
        </p:spPr>
        <p:txBody>
          <a:bodyPr anchor="ctr" anchorCtr="0">
            <a:spAutoFit/>
          </a:bodyPr>
          <a:lstStyle>
            <a:lvl1pPr algn="l">
              <a:defRPr sz="1600"/>
            </a:lvl1pPr>
          </a:lstStyle>
          <a:p>
            <a:pPr lvl="0"/>
            <a:r>
              <a:rPr lang="en-GB" dirty="0"/>
              <a:t>Click to add text</a:t>
            </a:r>
          </a:p>
        </p:txBody>
      </p:sp>
      <p:sp>
        <p:nvSpPr>
          <p:cNvPr id="30" name="Oval 29">
            <a:extLst>
              <a:ext uri="{FF2B5EF4-FFF2-40B4-BE49-F238E27FC236}">
                <a16:creationId xmlns:a16="http://schemas.microsoft.com/office/drawing/2014/main" id="{33F549EF-64F2-1B09-7F03-24DE45D4B2A6}"/>
              </a:ext>
            </a:extLst>
          </p:cNvPr>
          <p:cNvSpPr>
            <a:spLocks noChangeAspect="1"/>
          </p:cNvSpPr>
          <p:nvPr userDrawn="1"/>
        </p:nvSpPr>
        <p:spPr>
          <a:xfrm>
            <a:off x="6484938" y="1883186"/>
            <a:ext cx="981039" cy="981039"/>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A61A1BB1-71AE-B2DD-B7CD-4C5327393F03}"/>
              </a:ext>
            </a:extLst>
          </p:cNvPr>
          <p:cNvSpPr txBox="1"/>
          <p:nvPr userDrawn="1"/>
        </p:nvSpPr>
        <p:spPr>
          <a:xfrm>
            <a:off x="6484938" y="1883185"/>
            <a:ext cx="981039" cy="981039"/>
          </a:xfrm>
          <a:prstGeom prst="rect">
            <a:avLst/>
          </a:prstGeom>
          <a:noFill/>
        </p:spPr>
        <p:txBody>
          <a:bodyPr wrap="square" rtlCol="0" anchor="ctr" anchorCtr="0">
            <a:noAutofit/>
          </a:bodyPr>
          <a:lstStyle/>
          <a:p>
            <a:pPr algn="ctr"/>
            <a:r>
              <a:rPr lang="en-GB" sz="1000" dirty="0">
                <a:solidFill>
                  <a:schemeClr val="bg1">
                    <a:lumMod val="50000"/>
                  </a:schemeClr>
                </a:solidFill>
              </a:rPr>
              <a:t>PASTE ICON FROM ICON SECTION</a:t>
            </a:r>
          </a:p>
        </p:txBody>
      </p:sp>
      <p:sp>
        <p:nvSpPr>
          <p:cNvPr id="32" name="Text Placeholder 14">
            <a:extLst>
              <a:ext uri="{FF2B5EF4-FFF2-40B4-BE49-F238E27FC236}">
                <a16:creationId xmlns:a16="http://schemas.microsoft.com/office/drawing/2014/main" id="{C52317D6-4C96-3BF6-4B4E-14D86A6BFE8F}"/>
              </a:ext>
            </a:extLst>
          </p:cNvPr>
          <p:cNvSpPr>
            <a:spLocks noGrp="1"/>
          </p:cNvSpPr>
          <p:nvPr>
            <p:ph type="body" sz="quarter" idx="21" hasCustomPrompt="1"/>
          </p:nvPr>
        </p:nvSpPr>
        <p:spPr>
          <a:xfrm>
            <a:off x="1857375" y="3722864"/>
            <a:ext cx="3848100" cy="246221"/>
          </a:xfrm>
        </p:spPr>
        <p:txBody>
          <a:bodyPr anchor="ctr" anchorCtr="0">
            <a:spAutoFit/>
          </a:bodyPr>
          <a:lstStyle>
            <a:lvl1pPr algn="l">
              <a:defRPr sz="1600"/>
            </a:lvl1pPr>
          </a:lstStyle>
          <a:p>
            <a:pPr lvl="0"/>
            <a:r>
              <a:rPr lang="en-GB" dirty="0"/>
              <a:t>Click to add text</a:t>
            </a:r>
          </a:p>
        </p:txBody>
      </p:sp>
      <p:sp>
        <p:nvSpPr>
          <p:cNvPr id="33" name="Oval 32">
            <a:extLst>
              <a:ext uri="{FF2B5EF4-FFF2-40B4-BE49-F238E27FC236}">
                <a16:creationId xmlns:a16="http://schemas.microsoft.com/office/drawing/2014/main" id="{312CDE01-0921-44D4-B114-ED23705D4D96}"/>
              </a:ext>
            </a:extLst>
          </p:cNvPr>
          <p:cNvSpPr>
            <a:spLocks noChangeAspect="1"/>
          </p:cNvSpPr>
          <p:nvPr userDrawn="1"/>
        </p:nvSpPr>
        <p:spPr>
          <a:xfrm>
            <a:off x="731838" y="3354746"/>
            <a:ext cx="981039" cy="981039"/>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47CD71A4-5AD1-195A-F04A-D67BEC47DD64}"/>
              </a:ext>
            </a:extLst>
          </p:cNvPr>
          <p:cNvSpPr txBox="1"/>
          <p:nvPr userDrawn="1"/>
        </p:nvSpPr>
        <p:spPr>
          <a:xfrm>
            <a:off x="731838" y="3354745"/>
            <a:ext cx="981039" cy="981039"/>
          </a:xfrm>
          <a:prstGeom prst="rect">
            <a:avLst/>
          </a:prstGeom>
          <a:noFill/>
        </p:spPr>
        <p:txBody>
          <a:bodyPr wrap="square" rtlCol="0" anchor="ctr" anchorCtr="0">
            <a:noAutofit/>
          </a:bodyPr>
          <a:lstStyle/>
          <a:p>
            <a:pPr algn="ctr"/>
            <a:r>
              <a:rPr lang="en-GB" sz="1000" dirty="0">
                <a:solidFill>
                  <a:schemeClr val="bg1">
                    <a:lumMod val="50000"/>
                  </a:schemeClr>
                </a:solidFill>
              </a:rPr>
              <a:t>PASTE ICON FROM ICON SECTION</a:t>
            </a:r>
          </a:p>
        </p:txBody>
      </p:sp>
      <p:sp>
        <p:nvSpPr>
          <p:cNvPr id="35" name="Text Placeholder 14">
            <a:extLst>
              <a:ext uri="{FF2B5EF4-FFF2-40B4-BE49-F238E27FC236}">
                <a16:creationId xmlns:a16="http://schemas.microsoft.com/office/drawing/2014/main" id="{8CF67927-03C2-E4FB-4B59-DBC5AC4C1357}"/>
              </a:ext>
            </a:extLst>
          </p:cNvPr>
          <p:cNvSpPr>
            <a:spLocks noGrp="1"/>
          </p:cNvSpPr>
          <p:nvPr>
            <p:ph type="body" sz="quarter" idx="22" hasCustomPrompt="1"/>
          </p:nvPr>
        </p:nvSpPr>
        <p:spPr>
          <a:xfrm>
            <a:off x="7610475" y="3722864"/>
            <a:ext cx="3848100" cy="246221"/>
          </a:xfrm>
        </p:spPr>
        <p:txBody>
          <a:bodyPr anchor="ctr" anchorCtr="0">
            <a:spAutoFit/>
          </a:bodyPr>
          <a:lstStyle>
            <a:lvl1pPr algn="l">
              <a:defRPr sz="1600"/>
            </a:lvl1pPr>
          </a:lstStyle>
          <a:p>
            <a:pPr lvl="0"/>
            <a:r>
              <a:rPr lang="en-GB" dirty="0"/>
              <a:t>Click to add text</a:t>
            </a:r>
          </a:p>
        </p:txBody>
      </p:sp>
      <p:sp>
        <p:nvSpPr>
          <p:cNvPr id="36" name="Oval 35">
            <a:extLst>
              <a:ext uri="{FF2B5EF4-FFF2-40B4-BE49-F238E27FC236}">
                <a16:creationId xmlns:a16="http://schemas.microsoft.com/office/drawing/2014/main" id="{CF5BCED6-4726-C81A-3012-8C521E41F9CE}"/>
              </a:ext>
            </a:extLst>
          </p:cNvPr>
          <p:cNvSpPr>
            <a:spLocks noChangeAspect="1"/>
          </p:cNvSpPr>
          <p:nvPr userDrawn="1"/>
        </p:nvSpPr>
        <p:spPr>
          <a:xfrm>
            <a:off x="6484938" y="3354746"/>
            <a:ext cx="981039" cy="981039"/>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Box 36">
            <a:extLst>
              <a:ext uri="{FF2B5EF4-FFF2-40B4-BE49-F238E27FC236}">
                <a16:creationId xmlns:a16="http://schemas.microsoft.com/office/drawing/2014/main" id="{E74AF041-A893-A704-F2ED-3756F6C53629}"/>
              </a:ext>
            </a:extLst>
          </p:cNvPr>
          <p:cNvSpPr txBox="1"/>
          <p:nvPr userDrawn="1"/>
        </p:nvSpPr>
        <p:spPr>
          <a:xfrm>
            <a:off x="6484938" y="3354745"/>
            <a:ext cx="981039" cy="981039"/>
          </a:xfrm>
          <a:prstGeom prst="rect">
            <a:avLst/>
          </a:prstGeom>
          <a:noFill/>
        </p:spPr>
        <p:txBody>
          <a:bodyPr wrap="square" rtlCol="0" anchor="ctr" anchorCtr="0">
            <a:noAutofit/>
          </a:bodyPr>
          <a:lstStyle/>
          <a:p>
            <a:pPr algn="ctr"/>
            <a:r>
              <a:rPr lang="en-GB" sz="1000" dirty="0">
                <a:solidFill>
                  <a:schemeClr val="bg1">
                    <a:lumMod val="50000"/>
                  </a:schemeClr>
                </a:solidFill>
              </a:rPr>
              <a:t>PASTE ICON FROM ICON SECTION</a:t>
            </a:r>
          </a:p>
        </p:txBody>
      </p:sp>
      <p:sp>
        <p:nvSpPr>
          <p:cNvPr id="38" name="Text Placeholder 14">
            <a:extLst>
              <a:ext uri="{FF2B5EF4-FFF2-40B4-BE49-F238E27FC236}">
                <a16:creationId xmlns:a16="http://schemas.microsoft.com/office/drawing/2014/main" id="{E4507A0D-A845-5A6A-33B3-43CDF4A7E438}"/>
              </a:ext>
            </a:extLst>
          </p:cNvPr>
          <p:cNvSpPr>
            <a:spLocks noGrp="1"/>
          </p:cNvSpPr>
          <p:nvPr>
            <p:ph type="body" sz="quarter" idx="23" hasCustomPrompt="1"/>
          </p:nvPr>
        </p:nvSpPr>
        <p:spPr>
          <a:xfrm>
            <a:off x="1857375" y="5195844"/>
            <a:ext cx="3848100" cy="246221"/>
          </a:xfrm>
        </p:spPr>
        <p:txBody>
          <a:bodyPr anchor="ctr" anchorCtr="0">
            <a:spAutoFit/>
          </a:bodyPr>
          <a:lstStyle>
            <a:lvl1pPr algn="l">
              <a:defRPr sz="1600"/>
            </a:lvl1pPr>
          </a:lstStyle>
          <a:p>
            <a:pPr lvl="0"/>
            <a:r>
              <a:rPr lang="en-GB" dirty="0"/>
              <a:t>Click to add text</a:t>
            </a:r>
          </a:p>
        </p:txBody>
      </p:sp>
      <p:sp>
        <p:nvSpPr>
          <p:cNvPr id="39" name="Oval 38">
            <a:extLst>
              <a:ext uri="{FF2B5EF4-FFF2-40B4-BE49-F238E27FC236}">
                <a16:creationId xmlns:a16="http://schemas.microsoft.com/office/drawing/2014/main" id="{9E1F90C7-0549-7355-5EB4-8456966F4FDB}"/>
              </a:ext>
            </a:extLst>
          </p:cNvPr>
          <p:cNvSpPr>
            <a:spLocks noChangeAspect="1"/>
          </p:cNvSpPr>
          <p:nvPr userDrawn="1"/>
        </p:nvSpPr>
        <p:spPr>
          <a:xfrm>
            <a:off x="731838" y="4827726"/>
            <a:ext cx="981039" cy="981039"/>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TextBox 39">
            <a:extLst>
              <a:ext uri="{FF2B5EF4-FFF2-40B4-BE49-F238E27FC236}">
                <a16:creationId xmlns:a16="http://schemas.microsoft.com/office/drawing/2014/main" id="{590234FA-0C28-C184-9ADD-9104DC3FDD7F}"/>
              </a:ext>
            </a:extLst>
          </p:cNvPr>
          <p:cNvSpPr txBox="1"/>
          <p:nvPr userDrawn="1"/>
        </p:nvSpPr>
        <p:spPr>
          <a:xfrm>
            <a:off x="731838" y="4827725"/>
            <a:ext cx="981039" cy="981039"/>
          </a:xfrm>
          <a:prstGeom prst="rect">
            <a:avLst/>
          </a:prstGeom>
          <a:noFill/>
        </p:spPr>
        <p:txBody>
          <a:bodyPr wrap="square" rtlCol="0" anchor="ctr" anchorCtr="0">
            <a:noAutofit/>
          </a:bodyPr>
          <a:lstStyle/>
          <a:p>
            <a:pPr algn="ctr"/>
            <a:r>
              <a:rPr lang="en-GB" sz="1000" dirty="0">
                <a:solidFill>
                  <a:schemeClr val="bg1">
                    <a:lumMod val="50000"/>
                  </a:schemeClr>
                </a:solidFill>
              </a:rPr>
              <a:t>PASTE ICON FROM ICON SECTION</a:t>
            </a:r>
          </a:p>
        </p:txBody>
      </p:sp>
      <p:sp>
        <p:nvSpPr>
          <p:cNvPr id="41" name="Text Placeholder 14">
            <a:extLst>
              <a:ext uri="{FF2B5EF4-FFF2-40B4-BE49-F238E27FC236}">
                <a16:creationId xmlns:a16="http://schemas.microsoft.com/office/drawing/2014/main" id="{75C0776E-2A34-5845-906F-DA915B3674FA}"/>
              </a:ext>
            </a:extLst>
          </p:cNvPr>
          <p:cNvSpPr>
            <a:spLocks noGrp="1"/>
          </p:cNvSpPr>
          <p:nvPr>
            <p:ph type="body" sz="quarter" idx="24" hasCustomPrompt="1"/>
          </p:nvPr>
        </p:nvSpPr>
        <p:spPr>
          <a:xfrm>
            <a:off x="7610475" y="5195844"/>
            <a:ext cx="3848100" cy="246221"/>
          </a:xfrm>
        </p:spPr>
        <p:txBody>
          <a:bodyPr anchor="ctr" anchorCtr="0">
            <a:spAutoFit/>
          </a:bodyPr>
          <a:lstStyle>
            <a:lvl1pPr algn="l">
              <a:defRPr sz="1600"/>
            </a:lvl1pPr>
          </a:lstStyle>
          <a:p>
            <a:pPr lvl="0"/>
            <a:r>
              <a:rPr lang="en-GB" dirty="0"/>
              <a:t>Click to add text</a:t>
            </a:r>
          </a:p>
        </p:txBody>
      </p:sp>
      <p:sp>
        <p:nvSpPr>
          <p:cNvPr id="42" name="Oval 41">
            <a:extLst>
              <a:ext uri="{FF2B5EF4-FFF2-40B4-BE49-F238E27FC236}">
                <a16:creationId xmlns:a16="http://schemas.microsoft.com/office/drawing/2014/main" id="{535381D7-04B9-B476-8D73-2C03639B2AFE}"/>
              </a:ext>
            </a:extLst>
          </p:cNvPr>
          <p:cNvSpPr>
            <a:spLocks noChangeAspect="1"/>
          </p:cNvSpPr>
          <p:nvPr userDrawn="1"/>
        </p:nvSpPr>
        <p:spPr>
          <a:xfrm>
            <a:off x="6484938" y="4827726"/>
            <a:ext cx="981039" cy="981039"/>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296760BE-F280-169E-4B63-AAD6BD7153F1}"/>
              </a:ext>
            </a:extLst>
          </p:cNvPr>
          <p:cNvSpPr txBox="1"/>
          <p:nvPr userDrawn="1"/>
        </p:nvSpPr>
        <p:spPr>
          <a:xfrm>
            <a:off x="6484938" y="4827725"/>
            <a:ext cx="981039" cy="981039"/>
          </a:xfrm>
          <a:prstGeom prst="rect">
            <a:avLst/>
          </a:prstGeom>
          <a:noFill/>
        </p:spPr>
        <p:txBody>
          <a:bodyPr wrap="square" rtlCol="0" anchor="ctr" anchorCtr="0">
            <a:noAutofit/>
          </a:bodyPr>
          <a:lstStyle/>
          <a:p>
            <a:pPr algn="ctr"/>
            <a:r>
              <a:rPr lang="en-GB" sz="1000" dirty="0">
                <a:solidFill>
                  <a:schemeClr val="bg1">
                    <a:lumMod val="50000"/>
                  </a:schemeClr>
                </a:solidFill>
              </a:rPr>
              <a:t>PASTE ICON FROM ICON SECTION</a:t>
            </a:r>
          </a:p>
        </p:txBody>
      </p:sp>
    </p:spTree>
    <p:extLst>
      <p:ext uri="{BB962C8B-B14F-4D97-AF65-F5344CB8AC3E}">
        <p14:creationId xmlns:p14="http://schemas.microsoft.com/office/powerpoint/2010/main" val="616708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ock content with image (white)">
    <p:bg>
      <p:bgPr>
        <a:solidFill>
          <a:srgbClr val="F8F9FA"/>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E3AEEF5C-749A-E00E-E834-9671B077489F}"/>
              </a:ext>
            </a:extLst>
          </p:cNvPr>
          <p:cNvSpPr>
            <a:spLocks noGrp="1"/>
          </p:cNvSpPr>
          <p:nvPr>
            <p:ph type="pic" sz="quarter" idx="13" hasCustomPrompt="1"/>
          </p:nvPr>
        </p:nvSpPr>
        <p:spPr>
          <a:xfrm>
            <a:off x="6096000" y="140400"/>
            <a:ext cx="6096000" cy="6717599"/>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
        <p:nvSpPr>
          <p:cNvPr id="6" name="TextBox 5">
            <a:extLst>
              <a:ext uri="{FF2B5EF4-FFF2-40B4-BE49-F238E27FC236}">
                <a16:creationId xmlns:a16="http://schemas.microsoft.com/office/drawing/2014/main" id="{6BF7486F-8A7C-5910-366E-80261A0C0FDE}"/>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bg1"/>
                </a:solidFill>
              </a:rPr>
              <a:pPr algn="r"/>
              <a:t>‹#›</a:t>
            </a:fld>
            <a:endParaRPr lang="en-GB" sz="1500" dirty="0">
              <a:solidFill>
                <a:schemeClr val="bg1"/>
              </a:solidFill>
            </a:endParaRPr>
          </a:p>
        </p:txBody>
      </p:sp>
      <p:sp>
        <p:nvSpPr>
          <p:cNvPr id="7" name="Text Placeholder 5">
            <a:extLst>
              <a:ext uri="{FF2B5EF4-FFF2-40B4-BE49-F238E27FC236}">
                <a16:creationId xmlns:a16="http://schemas.microsoft.com/office/drawing/2014/main" id="{B8391FA9-616D-F8A0-5C0A-813ECA5B899D}"/>
              </a:ext>
            </a:extLst>
          </p:cNvPr>
          <p:cNvSpPr>
            <a:spLocks noGrp="1"/>
          </p:cNvSpPr>
          <p:nvPr>
            <p:ph type="body" sz="quarter" idx="14"/>
          </p:nvPr>
        </p:nvSpPr>
        <p:spPr>
          <a:xfrm>
            <a:off x="731839" y="1341439"/>
            <a:ext cx="4981208" cy="4895850"/>
          </a:xfrm>
        </p:spPr>
        <p:txBody>
          <a:bodyPr>
            <a:noAutofit/>
          </a:bodyPr>
          <a:lstStyle>
            <a:lvl1pP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 name="Rectangle 1">
            <a:extLst>
              <a:ext uri="{FF2B5EF4-FFF2-40B4-BE49-F238E27FC236}">
                <a16:creationId xmlns:a16="http://schemas.microsoft.com/office/drawing/2014/main" id="{0AE14379-AF3A-DFB0-0AC7-E537582E9582}"/>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3" name="Title 6">
            <a:extLst>
              <a:ext uri="{FF2B5EF4-FFF2-40B4-BE49-F238E27FC236}">
                <a16:creationId xmlns:a16="http://schemas.microsoft.com/office/drawing/2014/main" id="{D0B44EF9-CA15-3D5F-4EF6-89C56740CFB6}"/>
              </a:ext>
            </a:extLst>
          </p:cNvPr>
          <p:cNvSpPr>
            <a:spLocks noGrp="1"/>
          </p:cNvSpPr>
          <p:nvPr>
            <p:ph type="title" hasCustomPrompt="1"/>
          </p:nvPr>
        </p:nvSpPr>
        <p:spPr>
          <a:xfrm>
            <a:off x="731839" y="622238"/>
            <a:ext cx="4981208" cy="415498"/>
          </a:xfrm>
        </p:spPr>
        <p:txBody>
          <a:bodyPr>
            <a:noAutofit/>
          </a:bodyPr>
          <a:lstStyle/>
          <a:p>
            <a:r>
              <a:rPr lang="en-GB" dirty="0"/>
              <a:t>Click to add title</a:t>
            </a:r>
          </a:p>
        </p:txBody>
      </p:sp>
    </p:spTree>
    <p:extLst>
      <p:ext uri="{BB962C8B-B14F-4D97-AF65-F5344CB8AC3E}">
        <p14:creationId xmlns:p14="http://schemas.microsoft.com/office/powerpoint/2010/main" val="33212268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ft block content with image (violet)">
    <p:bg>
      <p:bgPr>
        <a:solidFill>
          <a:schemeClr val="accent1"/>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E3AEEF5C-749A-E00E-E834-9671B077489F}"/>
              </a:ext>
            </a:extLst>
          </p:cNvPr>
          <p:cNvSpPr>
            <a:spLocks noGrp="1"/>
          </p:cNvSpPr>
          <p:nvPr>
            <p:ph type="pic" sz="quarter" idx="13" hasCustomPrompt="1"/>
          </p:nvPr>
        </p:nvSpPr>
        <p:spPr>
          <a:xfrm>
            <a:off x="6096000" y="0"/>
            <a:ext cx="6096000" cy="6857999"/>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
        <p:nvSpPr>
          <p:cNvPr id="6" name="TextBox 5">
            <a:extLst>
              <a:ext uri="{FF2B5EF4-FFF2-40B4-BE49-F238E27FC236}">
                <a16:creationId xmlns:a16="http://schemas.microsoft.com/office/drawing/2014/main" id="{6BF7486F-8A7C-5910-366E-80261A0C0FDE}"/>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bg1"/>
                </a:solidFill>
              </a:rPr>
              <a:pPr algn="r"/>
              <a:t>‹#›</a:t>
            </a:fld>
            <a:endParaRPr lang="en-GB" sz="1500" dirty="0">
              <a:solidFill>
                <a:schemeClr val="bg1"/>
              </a:solidFill>
            </a:endParaRPr>
          </a:p>
        </p:txBody>
      </p:sp>
      <p:sp>
        <p:nvSpPr>
          <p:cNvPr id="7" name="Text Placeholder 5">
            <a:extLst>
              <a:ext uri="{FF2B5EF4-FFF2-40B4-BE49-F238E27FC236}">
                <a16:creationId xmlns:a16="http://schemas.microsoft.com/office/drawing/2014/main" id="{B8391FA9-616D-F8A0-5C0A-813ECA5B899D}"/>
              </a:ext>
            </a:extLst>
          </p:cNvPr>
          <p:cNvSpPr>
            <a:spLocks noGrp="1"/>
          </p:cNvSpPr>
          <p:nvPr>
            <p:ph type="body" sz="quarter" idx="14"/>
          </p:nvPr>
        </p:nvSpPr>
        <p:spPr>
          <a:xfrm>
            <a:off x="731839" y="1341439"/>
            <a:ext cx="5003136" cy="4895850"/>
          </a:xfrm>
        </p:spPr>
        <p:txBody>
          <a:bodyPr>
            <a:noAutofit/>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3" name="Title Placeholder 6">
            <a:extLst>
              <a:ext uri="{FF2B5EF4-FFF2-40B4-BE49-F238E27FC236}">
                <a16:creationId xmlns:a16="http://schemas.microsoft.com/office/drawing/2014/main" id="{F617994B-D56A-8D33-A579-E62EA74CFA07}"/>
              </a:ext>
            </a:extLst>
          </p:cNvPr>
          <p:cNvSpPr>
            <a:spLocks noGrp="1"/>
          </p:cNvSpPr>
          <p:nvPr>
            <p:ph type="title" hasCustomPrompt="1"/>
          </p:nvPr>
        </p:nvSpPr>
        <p:spPr>
          <a:xfrm>
            <a:off x="731838" y="622238"/>
            <a:ext cx="5003137" cy="415498"/>
          </a:xfrm>
          <a:prstGeom prst="rect">
            <a:avLst/>
          </a:prstGeom>
        </p:spPr>
        <p:txBody>
          <a:bodyPr vert="horz" wrap="square" lIns="0" tIns="0" rIns="0" bIns="0" rtlCol="0" anchor="t" anchorCtr="0">
            <a:noAutofit/>
          </a:bodyPr>
          <a:lstStyle>
            <a:lvl1pPr>
              <a:defRPr>
                <a:solidFill>
                  <a:schemeClr val="bg1"/>
                </a:solidFill>
              </a:defRPr>
            </a:lvl1pPr>
          </a:lstStyle>
          <a:p>
            <a:r>
              <a:rPr lang="en-GB" dirty="0"/>
              <a:t>Click to add title</a:t>
            </a:r>
          </a:p>
        </p:txBody>
      </p:sp>
    </p:spTree>
    <p:extLst>
      <p:ext uri="{BB962C8B-B14F-4D97-AF65-F5344CB8AC3E}">
        <p14:creationId xmlns:p14="http://schemas.microsoft.com/office/powerpoint/2010/main" val="2989411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Right block content with image (violet)">
    <p:bg>
      <p:bgPr>
        <a:solidFill>
          <a:schemeClr val="accent1"/>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E3AEEF5C-749A-E00E-E834-9671B077489F}"/>
              </a:ext>
            </a:extLst>
          </p:cNvPr>
          <p:cNvSpPr>
            <a:spLocks noGrp="1"/>
          </p:cNvSpPr>
          <p:nvPr>
            <p:ph type="pic" sz="quarter" idx="13" hasCustomPrompt="1"/>
          </p:nvPr>
        </p:nvSpPr>
        <p:spPr>
          <a:xfrm>
            <a:off x="0" y="0"/>
            <a:ext cx="6096000" cy="6857999"/>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
        <p:nvSpPr>
          <p:cNvPr id="7" name="Text Placeholder 5">
            <a:extLst>
              <a:ext uri="{FF2B5EF4-FFF2-40B4-BE49-F238E27FC236}">
                <a16:creationId xmlns:a16="http://schemas.microsoft.com/office/drawing/2014/main" id="{B8391FA9-616D-F8A0-5C0A-813ECA5B899D}"/>
              </a:ext>
            </a:extLst>
          </p:cNvPr>
          <p:cNvSpPr>
            <a:spLocks noGrp="1"/>
          </p:cNvSpPr>
          <p:nvPr>
            <p:ph type="body" sz="quarter" idx="14"/>
          </p:nvPr>
        </p:nvSpPr>
        <p:spPr>
          <a:xfrm>
            <a:off x="6753225" y="1341439"/>
            <a:ext cx="4706938" cy="4895850"/>
          </a:xfrm>
        </p:spPr>
        <p:txBody>
          <a:bodyPr>
            <a:noAutofit/>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3" name="Title Placeholder 6">
            <a:extLst>
              <a:ext uri="{FF2B5EF4-FFF2-40B4-BE49-F238E27FC236}">
                <a16:creationId xmlns:a16="http://schemas.microsoft.com/office/drawing/2014/main" id="{F617994B-D56A-8D33-A579-E62EA74CFA07}"/>
              </a:ext>
            </a:extLst>
          </p:cNvPr>
          <p:cNvSpPr>
            <a:spLocks noGrp="1"/>
          </p:cNvSpPr>
          <p:nvPr>
            <p:ph type="title" hasCustomPrompt="1"/>
          </p:nvPr>
        </p:nvSpPr>
        <p:spPr>
          <a:xfrm>
            <a:off x="6753224" y="622238"/>
            <a:ext cx="4706939" cy="415498"/>
          </a:xfrm>
          <a:prstGeom prst="rect">
            <a:avLst/>
          </a:prstGeom>
        </p:spPr>
        <p:txBody>
          <a:bodyPr vert="horz" wrap="square" lIns="0" tIns="0" rIns="0" bIns="0" rtlCol="0" anchor="t" anchorCtr="0">
            <a:noAutofit/>
          </a:bodyPr>
          <a:lstStyle>
            <a:lvl1pPr>
              <a:defRPr>
                <a:solidFill>
                  <a:schemeClr val="bg1"/>
                </a:solidFill>
              </a:defRPr>
            </a:lvl1pPr>
          </a:lstStyle>
          <a:p>
            <a:r>
              <a:rPr lang="en-GB" dirty="0"/>
              <a:t>Click to add title</a:t>
            </a:r>
          </a:p>
        </p:txBody>
      </p:sp>
    </p:spTree>
    <p:extLst>
      <p:ext uri="{BB962C8B-B14F-4D97-AF65-F5344CB8AC3E}">
        <p14:creationId xmlns:p14="http://schemas.microsoft.com/office/powerpoint/2010/main" val="17202008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eft block content with image x2 (white)">
    <p:bg>
      <p:bgPr>
        <a:solidFill>
          <a:srgbClr val="F8F9FA"/>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BF7486F-8A7C-5910-366E-80261A0C0FDE}"/>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bg1"/>
                </a:solidFill>
              </a:rPr>
              <a:pPr algn="r"/>
              <a:t>‹#›</a:t>
            </a:fld>
            <a:endParaRPr lang="en-GB" sz="1500" dirty="0">
              <a:solidFill>
                <a:schemeClr val="bg1"/>
              </a:solidFill>
            </a:endParaRPr>
          </a:p>
        </p:txBody>
      </p:sp>
      <p:sp>
        <p:nvSpPr>
          <p:cNvPr id="7" name="Text Placeholder 5">
            <a:extLst>
              <a:ext uri="{FF2B5EF4-FFF2-40B4-BE49-F238E27FC236}">
                <a16:creationId xmlns:a16="http://schemas.microsoft.com/office/drawing/2014/main" id="{B8391FA9-616D-F8A0-5C0A-813ECA5B899D}"/>
              </a:ext>
            </a:extLst>
          </p:cNvPr>
          <p:cNvSpPr>
            <a:spLocks noGrp="1"/>
          </p:cNvSpPr>
          <p:nvPr>
            <p:ph type="body" sz="quarter" idx="14"/>
          </p:nvPr>
        </p:nvSpPr>
        <p:spPr>
          <a:xfrm>
            <a:off x="731839" y="1341439"/>
            <a:ext cx="4981208" cy="4895850"/>
          </a:xfrm>
        </p:spPr>
        <p:txBody>
          <a:bodyPr>
            <a:noAutofit/>
          </a:bodyPr>
          <a:lstStyle>
            <a:lvl1pP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3" name="Picture Placeholder 2">
            <a:extLst>
              <a:ext uri="{FF2B5EF4-FFF2-40B4-BE49-F238E27FC236}">
                <a16:creationId xmlns:a16="http://schemas.microsoft.com/office/drawing/2014/main" id="{3CD76619-AE34-39B1-DCFE-DFACE1AC16E6}"/>
              </a:ext>
            </a:extLst>
          </p:cNvPr>
          <p:cNvSpPr>
            <a:spLocks noGrp="1"/>
          </p:cNvSpPr>
          <p:nvPr>
            <p:ph type="pic" sz="quarter" idx="13" hasCustomPrompt="1"/>
          </p:nvPr>
        </p:nvSpPr>
        <p:spPr>
          <a:xfrm>
            <a:off x="6096000" y="140399"/>
            <a:ext cx="6096000" cy="3288601"/>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
        <p:nvSpPr>
          <p:cNvPr id="8" name="Picture Placeholder 2">
            <a:extLst>
              <a:ext uri="{FF2B5EF4-FFF2-40B4-BE49-F238E27FC236}">
                <a16:creationId xmlns:a16="http://schemas.microsoft.com/office/drawing/2014/main" id="{02ECA2C9-06AC-E103-0A9E-A2B91E1F2520}"/>
              </a:ext>
            </a:extLst>
          </p:cNvPr>
          <p:cNvSpPr>
            <a:spLocks noGrp="1"/>
          </p:cNvSpPr>
          <p:nvPr>
            <p:ph type="pic" sz="quarter" idx="15" hasCustomPrompt="1"/>
          </p:nvPr>
        </p:nvSpPr>
        <p:spPr>
          <a:xfrm>
            <a:off x="6096000" y="3429000"/>
            <a:ext cx="6096000" cy="3429000"/>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
        <p:nvSpPr>
          <p:cNvPr id="2" name="Rectangle 1">
            <a:extLst>
              <a:ext uri="{FF2B5EF4-FFF2-40B4-BE49-F238E27FC236}">
                <a16:creationId xmlns:a16="http://schemas.microsoft.com/office/drawing/2014/main" id="{0AE14379-AF3A-DFB0-0AC7-E537582E9582}"/>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9" name="Title 6">
            <a:extLst>
              <a:ext uri="{FF2B5EF4-FFF2-40B4-BE49-F238E27FC236}">
                <a16:creationId xmlns:a16="http://schemas.microsoft.com/office/drawing/2014/main" id="{44F179A4-3CDD-A9CF-3E7F-99B140A5AD7E}"/>
              </a:ext>
            </a:extLst>
          </p:cNvPr>
          <p:cNvSpPr>
            <a:spLocks noGrp="1"/>
          </p:cNvSpPr>
          <p:nvPr>
            <p:ph type="title" hasCustomPrompt="1"/>
          </p:nvPr>
        </p:nvSpPr>
        <p:spPr>
          <a:xfrm>
            <a:off x="731839" y="622238"/>
            <a:ext cx="4981208" cy="415498"/>
          </a:xfrm>
        </p:spPr>
        <p:txBody>
          <a:bodyPr>
            <a:noAutofit/>
          </a:bodyPr>
          <a:lstStyle/>
          <a:p>
            <a:r>
              <a:rPr lang="en-GB" dirty="0"/>
              <a:t>Click to add title</a:t>
            </a:r>
          </a:p>
        </p:txBody>
      </p:sp>
    </p:spTree>
    <p:extLst>
      <p:ext uri="{BB962C8B-B14F-4D97-AF65-F5344CB8AC3E}">
        <p14:creationId xmlns:p14="http://schemas.microsoft.com/office/powerpoint/2010/main" val="8268408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ight block content with image x2 (white)">
    <p:bg>
      <p:bgPr>
        <a:solidFill>
          <a:srgbClr val="F8F9FA"/>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CD76619-AE34-39B1-DCFE-DFACE1AC16E6}"/>
              </a:ext>
            </a:extLst>
          </p:cNvPr>
          <p:cNvSpPr>
            <a:spLocks noGrp="1"/>
          </p:cNvSpPr>
          <p:nvPr>
            <p:ph type="pic" sz="quarter" idx="13" hasCustomPrompt="1"/>
          </p:nvPr>
        </p:nvSpPr>
        <p:spPr>
          <a:xfrm>
            <a:off x="0" y="140399"/>
            <a:ext cx="6096000" cy="3288601"/>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
        <p:nvSpPr>
          <p:cNvPr id="8" name="Picture Placeholder 2">
            <a:extLst>
              <a:ext uri="{FF2B5EF4-FFF2-40B4-BE49-F238E27FC236}">
                <a16:creationId xmlns:a16="http://schemas.microsoft.com/office/drawing/2014/main" id="{02ECA2C9-06AC-E103-0A9E-A2B91E1F2520}"/>
              </a:ext>
            </a:extLst>
          </p:cNvPr>
          <p:cNvSpPr>
            <a:spLocks noGrp="1"/>
          </p:cNvSpPr>
          <p:nvPr>
            <p:ph type="pic" sz="quarter" idx="15" hasCustomPrompt="1"/>
          </p:nvPr>
        </p:nvSpPr>
        <p:spPr>
          <a:xfrm>
            <a:off x="0" y="3429000"/>
            <a:ext cx="6096000" cy="3429000"/>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
        <p:nvSpPr>
          <p:cNvPr id="2" name="Rectangle 1">
            <a:extLst>
              <a:ext uri="{FF2B5EF4-FFF2-40B4-BE49-F238E27FC236}">
                <a16:creationId xmlns:a16="http://schemas.microsoft.com/office/drawing/2014/main" id="{0AE14379-AF3A-DFB0-0AC7-E537582E9582}"/>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4" name="Text Placeholder 5">
            <a:extLst>
              <a:ext uri="{FF2B5EF4-FFF2-40B4-BE49-F238E27FC236}">
                <a16:creationId xmlns:a16="http://schemas.microsoft.com/office/drawing/2014/main" id="{B37BEFEE-EDAC-D8BE-AA05-7F5BADDA209F}"/>
              </a:ext>
            </a:extLst>
          </p:cNvPr>
          <p:cNvSpPr>
            <a:spLocks noGrp="1"/>
          </p:cNvSpPr>
          <p:nvPr>
            <p:ph type="body" sz="quarter" idx="14"/>
          </p:nvPr>
        </p:nvSpPr>
        <p:spPr>
          <a:xfrm>
            <a:off x="6753225" y="1341439"/>
            <a:ext cx="4706938" cy="4895850"/>
          </a:xfrm>
        </p:spPr>
        <p:txBody>
          <a:bodyPr>
            <a:noAutofit/>
          </a:bodyPr>
          <a:lstStyle>
            <a:lvl1pPr>
              <a:defRPr>
                <a:solidFill>
                  <a:schemeClr val="tx1"/>
                </a:solidFill>
              </a:defRPr>
            </a:lvl1pPr>
            <a:lvl2pPr>
              <a:buClr>
                <a:schemeClr val="accent1"/>
              </a:buClr>
              <a:defRPr>
                <a:solidFill>
                  <a:schemeClr val="tx1"/>
                </a:solidFill>
              </a:defRPr>
            </a:lvl2pPr>
            <a:lvl3pPr>
              <a:buClr>
                <a:schemeClr val="accent1"/>
              </a:buClr>
              <a:defRPr>
                <a:solidFill>
                  <a:schemeClr val="tx1"/>
                </a:solidFill>
              </a:defRPr>
            </a:lvl3pPr>
            <a:lvl4pPr>
              <a:buClr>
                <a:schemeClr val="accent1"/>
              </a:buClr>
              <a:defRPr>
                <a:solidFill>
                  <a:schemeClr val="tx1"/>
                </a:solidFill>
              </a:defRPr>
            </a:lvl4pPr>
            <a:lvl5pPr>
              <a:buClr>
                <a:schemeClr val="accent1"/>
              </a:buCl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itle Placeholder 6">
            <a:extLst>
              <a:ext uri="{FF2B5EF4-FFF2-40B4-BE49-F238E27FC236}">
                <a16:creationId xmlns:a16="http://schemas.microsoft.com/office/drawing/2014/main" id="{40503100-E31F-A287-D16C-678D26022CF6}"/>
              </a:ext>
            </a:extLst>
          </p:cNvPr>
          <p:cNvSpPr>
            <a:spLocks noGrp="1"/>
          </p:cNvSpPr>
          <p:nvPr>
            <p:ph type="title" hasCustomPrompt="1"/>
          </p:nvPr>
        </p:nvSpPr>
        <p:spPr>
          <a:xfrm>
            <a:off x="6753224" y="622238"/>
            <a:ext cx="4706939" cy="415498"/>
          </a:xfrm>
          <a:prstGeom prst="rect">
            <a:avLst/>
          </a:prstGeom>
        </p:spPr>
        <p:txBody>
          <a:bodyPr vert="horz" wrap="square" lIns="0" tIns="0" rIns="0" bIns="0" rtlCol="0" anchor="t" anchorCtr="0">
            <a:noAutofit/>
          </a:bodyPr>
          <a:lstStyle>
            <a:lvl1pPr>
              <a:defRPr>
                <a:solidFill>
                  <a:schemeClr val="tx1"/>
                </a:solidFill>
              </a:defRPr>
            </a:lvl1pPr>
          </a:lstStyle>
          <a:p>
            <a:r>
              <a:rPr lang="en-GB" dirty="0"/>
              <a:t>Click to add title</a:t>
            </a:r>
          </a:p>
        </p:txBody>
      </p:sp>
    </p:spTree>
    <p:extLst>
      <p:ext uri="{BB962C8B-B14F-4D97-AF65-F5344CB8AC3E}">
        <p14:creationId xmlns:p14="http://schemas.microsoft.com/office/powerpoint/2010/main" val="25949941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eft block content with image x2 (violet)">
    <p:bg>
      <p:bgPr>
        <a:solidFill>
          <a:schemeClr val="accent1"/>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E3AEEF5C-749A-E00E-E834-9671B077489F}"/>
              </a:ext>
            </a:extLst>
          </p:cNvPr>
          <p:cNvSpPr>
            <a:spLocks noGrp="1"/>
          </p:cNvSpPr>
          <p:nvPr>
            <p:ph type="pic" sz="quarter" idx="13" hasCustomPrompt="1"/>
          </p:nvPr>
        </p:nvSpPr>
        <p:spPr>
          <a:xfrm>
            <a:off x="6096000" y="1"/>
            <a:ext cx="6096000" cy="3429000"/>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
        <p:nvSpPr>
          <p:cNvPr id="6" name="TextBox 5">
            <a:extLst>
              <a:ext uri="{FF2B5EF4-FFF2-40B4-BE49-F238E27FC236}">
                <a16:creationId xmlns:a16="http://schemas.microsoft.com/office/drawing/2014/main" id="{6BF7486F-8A7C-5910-366E-80261A0C0FDE}"/>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bg1"/>
                </a:solidFill>
              </a:rPr>
              <a:pPr algn="r"/>
              <a:t>‹#›</a:t>
            </a:fld>
            <a:endParaRPr lang="en-GB" sz="1500" dirty="0">
              <a:solidFill>
                <a:schemeClr val="bg1"/>
              </a:solidFill>
            </a:endParaRPr>
          </a:p>
        </p:txBody>
      </p:sp>
      <p:sp>
        <p:nvSpPr>
          <p:cNvPr id="7" name="Text Placeholder 5">
            <a:extLst>
              <a:ext uri="{FF2B5EF4-FFF2-40B4-BE49-F238E27FC236}">
                <a16:creationId xmlns:a16="http://schemas.microsoft.com/office/drawing/2014/main" id="{B8391FA9-616D-F8A0-5C0A-813ECA5B899D}"/>
              </a:ext>
            </a:extLst>
          </p:cNvPr>
          <p:cNvSpPr>
            <a:spLocks noGrp="1"/>
          </p:cNvSpPr>
          <p:nvPr>
            <p:ph type="body" sz="quarter" idx="14"/>
          </p:nvPr>
        </p:nvSpPr>
        <p:spPr>
          <a:xfrm>
            <a:off x="731839" y="1341439"/>
            <a:ext cx="5003136" cy="4895850"/>
          </a:xfrm>
        </p:spPr>
        <p:txBody>
          <a:bodyPr>
            <a:noAutofit/>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 name="Picture Placeholder 2">
            <a:extLst>
              <a:ext uri="{FF2B5EF4-FFF2-40B4-BE49-F238E27FC236}">
                <a16:creationId xmlns:a16="http://schemas.microsoft.com/office/drawing/2014/main" id="{FBBCA096-D10F-BA5C-4519-8E50BCF39C59}"/>
              </a:ext>
            </a:extLst>
          </p:cNvPr>
          <p:cNvSpPr>
            <a:spLocks noGrp="1"/>
          </p:cNvSpPr>
          <p:nvPr>
            <p:ph type="pic" sz="quarter" idx="15" hasCustomPrompt="1"/>
          </p:nvPr>
        </p:nvSpPr>
        <p:spPr>
          <a:xfrm>
            <a:off x="6096000" y="3429000"/>
            <a:ext cx="6096000" cy="3429000"/>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
        <p:nvSpPr>
          <p:cNvPr id="3" name="Title Placeholder 6">
            <a:extLst>
              <a:ext uri="{FF2B5EF4-FFF2-40B4-BE49-F238E27FC236}">
                <a16:creationId xmlns:a16="http://schemas.microsoft.com/office/drawing/2014/main" id="{ACD25BEF-5BBF-CDB3-FD0E-CFBAADF2EE6A}"/>
              </a:ext>
            </a:extLst>
          </p:cNvPr>
          <p:cNvSpPr>
            <a:spLocks noGrp="1"/>
          </p:cNvSpPr>
          <p:nvPr>
            <p:ph type="title" hasCustomPrompt="1"/>
          </p:nvPr>
        </p:nvSpPr>
        <p:spPr>
          <a:xfrm>
            <a:off x="731838" y="622238"/>
            <a:ext cx="5003137" cy="415498"/>
          </a:xfrm>
          <a:prstGeom prst="rect">
            <a:avLst/>
          </a:prstGeom>
        </p:spPr>
        <p:txBody>
          <a:bodyPr vert="horz" wrap="square" lIns="0" tIns="0" rIns="0" bIns="0" rtlCol="0" anchor="t" anchorCtr="0">
            <a:noAutofit/>
          </a:bodyPr>
          <a:lstStyle>
            <a:lvl1pPr>
              <a:defRPr>
                <a:solidFill>
                  <a:schemeClr val="bg1"/>
                </a:solidFill>
              </a:defRPr>
            </a:lvl1pPr>
          </a:lstStyle>
          <a:p>
            <a:r>
              <a:rPr lang="en-GB" dirty="0"/>
              <a:t>Click to add title</a:t>
            </a:r>
          </a:p>
        </p:txBody>
      </p:sp>
    </p:spTree>
    <p:extLst>
      <p:ext uri="{BB962C8B-B14F-4D97-AF65-F5344CB8AC3E}">
        <p14:creationId xmlns:p14="http://schemas.microsoft.com/office/powerpoint/2010/main" val="36342847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ight block content with image x2 (violet)">
    <p:bg>
      <p:bgPr>
        <a:solidFill>
          <a:schemeClr val="accent1"/>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E3AEEF5C-749A-E00E-E834-9671B077489F}"/>
              </a:ext>
            </a:extLst>
          </p:cNvPr>
          <p:cNvSpPr>
            <a:spLocks noGrp="1"/>
          </p:cNvSpPr>
          <p:nvPr>
            <p:ph type="pic" sz="quarter" idx="13" hasCustomPrompt="1"/>
          </p:nvPr>
        </p:nvSpPr>
        <p:spPr>
          <a:xfrm>
            <a:off x="0" y="1"/>
            <a:ext cx="6096000" cy="3429000"/>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
        <p:nvSpPr>
          <p:cNvPr id="2" name="Picture Placeholder 2">
            <a:extLst>
              <a:ext uri="{FF2B5EF4-FFF2-40B4-BE49-F238E27FC236}">
                <a16:creationId xmlns:a16="http://schemas.microsoft.com/office/drawing/2014/main" id="{FBBCA096-D10F-BA5C-4519-8E50BCF39C59}"/>
              </a:ext>
            </a:extLst>
          </p:cNvPr>
          <p:cNvSpPr>
            <a:spLocks noGrp="1"/>
          </p:cNvSpPr>
          <p:nvPr>
            <p:ph type="pic" sz="quarter" idx="15" hasCustomPrompt="1"/>
          </p:nvPr>
        </p:nvSpPr>
        <p:spPr>
          <a:xfrm>
            <a:off x="0" y="3429000"/>
            <a:ext cx="6096000" cy="3429000"/>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
        <p:nvSpPr>
          <p:cNvPr id="4" name="Text Placeholder 5">
            <a:extLst>
              <a:ext uri="{FF2B5EF4-FFF2-40B4-BE49-F238E27FC236}">
                <a16:creationId xmlns:a16="http://schemas.microsoft.com/office/drawing/2014/main" id="{E336AA3D-9BDB-AF0F-9390-4BC2B201832A}"/>
              </a:ext>
            </a:extLst>
          </p:cNvPr>
          <p:cNvSpPr>
            <a:spLocks noGrp="1"/>
          </p:cNvSpPr>
          <p:nvPr>
            <p:ph type="body" sz="quarter" idx="14"/>
          </p:nvPr>
        </p:nvSpPr>
        <p:spPr>
          <a:xfrm>
            <a:off x="6753225" y="1341439"/>
            <a:ext cx="4706938" cy="4895850"/>
          </a:xfrm>
        </p:spPr>
        <p:txBody>
          <a:bodyPr>
            <a:noAutofit/>
          </a:bodyPr>
          <a:lstStyle>
            <a:lvl1pP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Title Placeholder 6">
            <a:extLst>
              <a:ext uri="{FF2B5EF4-FFF2-40B4-BE49-F238E27FC236}">
                <a16:creationId xmlns:a16="http://schemas.microsoft.com/office/drawing/2014/main" id="{B740DC23-7E35-4C98-9F7A-C1242C7B136B}"/>
              </a:ext>
            </a:extLst>
          </p:cNvPr>
          <p:cNvSpPr>
            <a:spLocks noGrp="1"/>
          </p:cNvSpPr>
          <p:nvPr>
            <p:ph type="title" hasCustomPrompt="1"/>
          </p:nvPr>
        </p:nvSpPr>
        <p:spPr>
          <a:xfrm>
            <a:off x="6753224" y="622238"/>
            <a:ext cx="4706939" cy="415498"/>
          </a:xfrm>
          <a:prstGeom prst="rect">
            <a:avLst/>
          </a:prstGeom>
        </p:spPr>
        <p:txBody>
          <a:bodyPr vert="horz" wrap="square" lIns="0" tIns="0" rIns="0" bIns="0" rtlCol="0" anchor="t" anchorCtr="0">
            <a:noAutofit/>
          </a:bodyPr>
          <a:lstStyle>
            <a:lvl1pPr>
              <a:defRPr>
                <a:solidFill>
                  <a:schemeClr val="bg1"/>
                </a:solidFill>
              </a:defRPr>
            </a:lvl1pPr>
          </a:lstStyle>
          <a:p>
            <a:r>
              <a:rPr lang="en-GB" dirty="0"/>
              <a:t>Click to add title</a:t>
            </a:r>
          </a:p>
        </p:txBody>
      </p:sp>
    </p:spTree>
    <p:extLst>
      <p:ext uri="{BB962C8B-B14F-4D97-AF65-F5344CB8AC3E}">
        <p14:creationId xmlns:p14="http://schemas.microsoft.com/office/powerpoint/2010/main" val="36236592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eft pull quote with image (white)">
    <p:bg>
      <p:bgPr>
        <a:solidFill>
          <a:srgbClr val="F8F9FA"/>
        </a:solidFill>
        <a:effectLst/>
      </p:bgPr>
    </p:bg>
    <p:spTree>
      <p:nvGrpSpPr>
        <p:cNvPr id="1" name=""/>
        <p:cNvGrpSpPr/>
        <p:nvPr/>
      </p:nvGrpSpPr>
      <p:grpSpPr>
        <a:xfrm>
          <a:off x="0" y="0"/>
          <a:ext cx="0" cy="0"/>
          <a:chOff x="0" y="0"/>
          <a:chExt cx="0" cy="0"/>
        </a:xfrm>
      </p:grpSpPr>
      <p:sp>
        <p:nvSpPr>
          <p:cNvPr id="2" name="Title Placeholder 6">
            <a:extLst>
              <a:ext uri="{FF2B5EF4-FFF2-40B4-BE49-F238E27FC236}">
                <a16:creationId xmlns:a16="http://schemas.microsoft.com/office/drawing/2014/main" id="{E0ABB1D3-8A76-D512-A549-E9D62F36A70B}"/>
              </a:ext>
            </a:extLst>
          </p:cNvPr>
          <p:cNvSpPr>
            <a:spLocks noGrp="1"/>
          </p:cNvSpPr>
          <p:nvPr>
            <p:ph type="title" hasCustomPrompt="1"/>
          </p:nvPr>
        </p:nvSpPr>
        <p:spPr>
          <a:xfrm>
            <a:off x="0" y="0"/>
            <a:ext cx="6096000" cy="6858000"/>
          </a:xfrm>
          <a:prstGeom prst="rect">
            <a:avLst/>
          </a:prstGeom>
        </p:spPr>
        <p:txBody>
          <a:bodyPr vert="horz" lIns="720000" tIns="720000" rIns="720000" bIns="720000" rtlCol="0" anchor="ctr" anchorCtr="0">
            <a:noAutofit/>
          </a:bodyPr>
          <a:lstStyle>
            <a:lvl1pPr>
              <a:defRPr sz="4000">
                <a:solidFill>
                  <a:schemeClr val="tx1"/>
                </a:solidFill>
              </a:defRPr>
            </a:lvl1pPr>
          </a:lstStyle>
          <a:p>
            <a:r>
              <a:rPr lang="en-GB" dirty="0"/>
              <a:t>Click to add text</a:t>
            </a:r>
          </a:p>
        </p:txBody>
      </p:sp>
      <p:sp>
        <p:nvSpPr>
          <p:cNvPr id="5" name="Picture Placeholder 2">
            <a:extLst>
              <a:ext uri="{FF2B5EF4-FFF2-40B4-BE49-F238E27FC236}">
                <a16:creationId xmlns:a16="http://schemas.microsoft.com/office/drawing/2014/main" id="{E3AEEF5C-749A-E00E-E834-9671B077489F}"/>
              </a:ext>
            </a:extLst>
          </p:cNvPr>
          <p:cNvSpPr>
            <a:spLocks noGrp="1"/>
          </p:cNvSpPr>
          <p:nvPr>
            <p:ph type="pic" sz="quarter" idx="13" hasCustomPrompt="1"/>
          </p:nvPr>
        </p:nvSpPr>
        <p:spPr>
          <a:xfrm>
            <a:off x="6096000" y="140400"/>
            <a:ext cx="6096000" cy="6717599"/>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
        <p:nvSpPr>
          <p:cNvPr id="6" name="TextBox 5">
            <a:extLst>
              <a:ext uri="{FF2B5EF4-FFF2-40B4-BE49-F238E27FC236}">
                <a16:creationId xmlns:a16="http://schemas.microsoft.com/office/drawing/2014/main" id="{6BF7486F-8A7C-5910-366E-80261A0C0FDE}"/>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bg1"/>
                </a:solidFill>
              </a:rPr>
              <a:pPr algn="r"/>
              <a:t>‹#›</a:t>
            </a:fld>
            <a:endParaRPr lang="en-GB" sz="1500" dirty="0">
              <a:solidFill>
                <a:schemeClr val="bg1"/>
              </a:solidFill>
            </a:endParaRPr>
          </a:p>
        </p:txBody>
      </p:sp>
      <p:sp>
        <p:nvSpPr>
          <p:cNvPr id="3" name="Rectangle 2">
            <a:extLst>
              <a:ext uri="{FF2B5EF4-FFF2-40B4-BE49-F238E27FC236}">
                <a16:creationId xmlns:a16="http://schemas.microsoft.com/office/drawing/2014/main" id="{2466DB9E-7A66-0DCE-14C5-5269C6887027}"/>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6511951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ight pull quote with image (white)">
    <p:bg>
      <p:bgPr>
        <a:solidFill>
          <a:srgbClr val="F8F9FA"/>
        </a:solidFill>
        <a:effectLst/>
      </p:bgPr>
    </p:bg>
    <p:spTree>
      <p:nvGrpSpPr>
        <p:cNvPr id="1" name=""/>
        <p:cNvGrpSpPr/>
        <p:nvPr/>
      </p:nvGrpSpPr>
      <p:grpSpPr>
        <a:xfrm>
          <a:off x="0" y="0"/>
          <a:ext cx="0" cy="0"/>
          <a:chOff x="0" y="0"/>
          <a:chExt cx="0" cy="0"/>
        </a:xfrm>
      </p:grpSpPr>
      <p:sp>
        <p:nvSpPr>
          <p:cNvPr id="2" name="Title Placeholder 6">
            <a:extLst>
              <a:ext uri="{FF2B5EF4-FFF2-40B4-BE49-F238E27FC236}">
                <a16:creationId xmlns:a16="http://schemas.microsoft.com/office/drawing/2014/main" id="{E0ABB1D3-8A76-D512-A549-E9D62F36A70B}"/>
              </a:ext>
            </a:extLst>
          </p:cNvPr>
          <p:cNvSpPr>
            <a:spLocks noGrp="1"/>
          </p:cNvSpPr>
          <p:nvPr>
            <p:ph type="title" hasCustomPrompt="1"/>
          </p:nvPr>
        </p:nvSpPr>
        <p:spPr>
          <a:xfrm>
            <a:off x="6096000" y="0"/>
            <a:ext cx="6096000" cy="6858000"/>
          </a:xfrm>
          <a:prstGeom prst="rect">
            <a:avLst/>
          </a:prstGeom>
        </p:spPr>
        <p:txBody>
          <a:bodyPr vert="horz" lIns="720000" tIns="720000" rIns="720000" bIns="720000" rtlCol="0" anchor="ctr" anchorCtr="0">
            <a:noAutofit/>
          </a:bodyPr>
          <a:lstStyle>
            <a:lvl1pPr>
              <a:defRPr sz="4000">
                <a:solidFill>
                  <a:schemeClr val="tx1"/>
                </a:solidFill>
              </a:defRPr>
            </a:lvl1pPr>
          </a:lstStyle>
          <a:p>
            <a:r>
              <a:rPr lang="en-GB" dirty="0"/>
              <a:t>Click to add text</a:t>
            </a:r>
          </a:p>
        </p:txBody>
      </p:sp>
      <p:sp>
        <p:nvSpPr>
          <p:cNvPr id="5" name="Picture Placeholder 2">
            <a:extLst>
              <a:ext uri="{FF2B5EF4-FFF2-40B4-BE49-F238E27FC236}">
                <a16:creationId xmlns:a16="http://schemas.microsoft.com/office/drawing/2014/main" id="{E3AEEF5C-749A-E00E-E834-9671B077489F}"/>
              </a:ext>
            </a:extLst>
          </p:cNvPr>
          <p:cNvSpPr>
            <a:spLocks noGrp="1"/>
          </p:cNvSpPr>
          <p:nvPr>
            <p:ph type="pic" sz="quarter" idx="13" hasCustomPrompt="1"/>
          </p:nvPr>
        </p:nvSpPr>
        <p:spPr>
          <a:xfrm>
            <a:off x="0" y="140400"/>
            <a:ext cx="6096000" cy="6717599"/>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
        <p:nvSpPr>
          <p:cNvPr id="6" name="TextBox 5">
            <a:extLst>
              <a:ext uri="{FF2B5EF4-FFF2-40B4-BE49-F238E27FC236}">
                <a16:creationId xmlns:a16="http://schemas.microsoft.com/office/drawing/2014/main" id="{6BF7486F-8A7C-5910-366E-80261A0C0FDE}"/>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bg1"/>
                </a:solidFill>
              </a:rPr>
              <a:pPr algn="r"/>
              <a:t>‹#›</a:t>
            </a:fld>
            <a:endParaRPr lang="en-GB" sz="1500" dirty="0">
              <a:solidFill>
                <a:schemeClr val="bg1"/>
              </a:solidFill>
            </a:endParaRPr>
          </a:p>
        </p:txBody>
      </p:sp>
      <p:sp>
        <p:nvSpPr>
          <p:cNvPr id="3" name="Rectangle 2">
            <a:extLst>
              <a:ext uri="{FF2B5EF4-FFF2-40B4-BE49-F238E27FC236}">
                <a16:creationId xmlns:a16="http://schemas.microsoft.com/office/drawing/2014/main" id="{2466DB9E-7A66-0DCE-14C5-5269C6887027}"/>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2763997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eft pull quote with image (violet)">
    <p:bg>
      <p:bgPr>
        <a:solidFill>
          <a:schemeClr val="accent1"/>
        </a:solidFill>
        <a:effectLst/>
      </p:bgPr>
    </p:bg>
    <p:spTree>
      <p:nvGrpSpPr>
        <p:cNvPr id="1" name=""/>
        <p:cNvGrpSpPr/>
        <p:nvPr/>
      </p:nvGrpSpPr>
      <p:grpSpPr>
        <a:xfrm>
          <a:off x="0" y="0"/>
          <a:ext cx="0" cy="0"/>
          <a:chOff x="0" y="0"/>
          <a:chExt cx="0" cy="0"/>
        </a:xfrm>
      </p:grpSpPr>
      <p:sp>
        <p:nvSpPr>
          <p:cNvPr id="2" name="Title Placeholder 6">
            <a:extLst>
              <a:ext uri="{FF2B5EF4-FFF2-40B4-BE49-F238E27FC236}">
                <a16:creationId xmlns:a16="http://schemas.microsoft.com/office/drawing/2014/main" id="{E0ABB1D3-8A76-D512-A549-E9D62F36A70B}"/>
              </a:ext>
            </a:extLst>
          </p:cNvPr>
          <p:cNvSpPr>
            <a:spLocks noGrp="1"/>
          </p:cNvSpPr>
          <p:nvPr>
            <p:ph type="title" hasCustomPrompt="1"/>
          </p:nvPr>
        </p:nvSpPr>
        <p:spPr>
          <a:xfrm>
            <a:off x="0" y="0"/>
            <a:ext cx="6096000" cy="6858000"/>
          </a:xfrm>
          <a:prstGeom prst="rect">
            <a:avLst/>
          </a:prstGeom>
        </p:spPr>
        <p:txBody>
          <a:bodyPr vert="horz" lIns="720000" tIns="720000" rIns="720000" bIns="720000" rtlCol="0" anchor="ctr" anchorCtr="0">
            <a:noAutofit/>
          </a:bodyPr>
          <a:lstStyle>
            <a:lvl1pPr>
              <a:defRPr sz="4000">
                <a:solidFill>
                  <a:schemeClr val="bg1"/>
                </a:solidFill>
              </a:defRPr>
            </a:lvl1pPr>
          </a:lstStyle>
          <a:p>
            <a:r>
              <a:rPr lang="en-GB" dirty="0"/>
              <a:t>Click to add text</a:t>
            </a:r>
          </a:p>
        </p:txBody>
      </p:sp>
      <p:sp>
        <p:nvSpPr>
          <p:cNvPr id="5" name="Picture Placeholder 2">
            <a:extLst>
              <a:ext uri="{FF2B5EF4-FFF2-40B4-BE49-F238E27FC236}">
                <a16:creationId xmlns:a16="http://schemas.microsoft.com/office/drawing/2014/main" id="{E3AEEF5C-749A-E00E-E834-9671B077489F}"/>
              </a:ext>
            </a:extLst>
          </p:cNvPr>
          <p:cNvSpPr>
            <a:spLocks noGrp="1"/>
          </p:cNvSpPr>
          <p:nvPr>
            <p:ph type="pic" sz="quarter" idx="13" hasCustomPrompt="1"/>
          </p:nvPr>
        </p:nvSpPr>
        <p:spPr>
          <a:xfrm>
            <a:off x="6096000" y="0"/>
            <a:ext cx="6096000" cy="6857999"/>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
        <p:nvSpPr>
          <p:cNvPr id="6" name="TextBox 5">
            <a:extLst>
              <a:ext uri="{FF2B5EF4-FFF2-40B4-BE49-F238E27FC236}">
                <a16:creationId xmlns:a16="http://schemas.microsoft.com/office/drawing/2014/main" id="{6BF7486F-8A7C-5910-366E-80261A0C0FDE}"/>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bg1"/>
                </a:solidFill>
              </a:rPr>
              <a:pPr algn="r"/>
              <a:t>‹#›</a:t>
            </a:fld>
            <a:endParaRPr lang="en-GB" sz="1500" dirty="0">
              <a:solidFill>
                <a:schemeClr val="bg1"/>
              </a:solidFill>
            </a:endParaRPr>
          </a:p>
        </p:txBody>
      </p:sp>
    </p:spTree>
    <p:extLst>
      <p:ext uri="{BB962C8B-B14F-4D97-AF65-F5344CB8AC3E}">
        <p14:creationId xmlns:p14="http://schemas.microsoft.com/office/powerpoint/2010/main" val="15881904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Right pull quote with image (violet)">
    <p:bg>
      <p:bgPr>
        <a:solidFill>
          <a:schemeClr val="accent1"/>
        </a:solidFill>
        <a:effectLst/>
      </p:bgPr>
    </p:bg>
    <p:spTree>
      <p:nvGrpSpPr>
        <p:cNvPr id="1" name=""/>
        <p:cNvGrpSpPr/>
        <p:nvPr/>
      </p:nvGrpSpPr>
      <p:grpSpPr>
        <a:xfrm>
          <a:off x="0" y="0"/>
          <a:ext cx="0" cy="0"/>
          <a:chOff x="0" y="0"/>
          <a:chExt cx="0" cy="0"/>
        </a:xfrm>
      </p:grpSpPr>
      <p:sp>
        <p:nvSpPr>
          <p:cNvPr id="2" name="Title Placeholder 6">
            <a:extLst>
              <a:ext uri="{FF2B5EF4-FFF2-40B4-BE49-F238E27FC236}">
                <a16:creationId xmlns:a16="http://schemas.microsoft.com/office/drawing/2014/main" id="{E0ABB1D3-8A76-D512-A549-E9D62F36A70B}"/>
              </a:ext>
            </a:extLst>
          </p:cNvPr>
          <p:cNvSpPr>
            <a:spLocks noGrp="1"/>
          </p:cNvSpPr>
          <p:nvPr>
            <p:ph type="title" hasCustomPrompt="1"/>
          </p:nvPr>
        </p:nvSpPr>
        <p:spPr>
          <a:xfrm>
            <a:off x="6096000" y="0"/>
            <a:ext cx="6096000" cy="6858000"/>
          </a:xfrm>
          <a:prstGeom prst="rect">
            <a:avLst/>
          </a:prstGeom>
        </p:spPr>
        <p:txBody>
          <a:bodyPr vert="horz" lIns="720000" tIns="720000" rIns="720000" bIns="720000" rtlCol="0" anchor="ctr" anchorCtr="0">
            <a:noAutofit/>
          </a:bodyPr>
          <a:lstStyle>
            <a:lvl1pPr>
              <a:defRPr sz="4000">
                <a:solidFill>
                  <a:schemeClr val="bg1"/>
                </a:solidFill>
              </a:defRPr>
            </a:lvl1pPr>
          </a:lstStyle>
          <a:p>
            <a:r>
              <a:rPr lang="en-GB" dirty="0"/>
              <a:t>Click to add text</a:t>
            </a:r>
          </a:p>
        </p:txBody>
      </p:sp>
      <p:sp>
        <p:nvSpPr>
          <p:cNvPr id="5" name="Picture Placeholder 2">
            <a:extLst>
              <a:ext uri="{FF2B5EF4-FFF2-40B4-BE49-F238E27FC236}">
                <a16:creationId xmlns:a16="http://schemas.microsoft.com/office/drawing/2014/main" id="{E3AEEF5C-749A-E00E-E834-9671B077489F}"/>
              </a:ext>
            </a:extLst>
          </p:cNvPr>
          <p:cNvSpPr>
            <a:spLocks noGrp="1"/>
          </p:cNvSpPr>
          <p:nvPr>
            <p:ph type="pic" sz="quarter" idx="13" hasCustomPrompt="1"/>
          </p:nvPr>
        </p:nvSpPr>
        <p:spPr>
          <a:xfrm>
            <a:off x="0" y="0"/>
            <a:ext cx="6096000" cy="6857999"/>
          </a:xfrm>
          <a:prstGeom prst="rect">
            <a:avLst/>
          </a:prstGeom>
          <a:solidFill>
            <a:schemeClr val="bg1">
              <a:lumMod val="95000"/>
            </a:schemeClr>
          </a:solidFill>
        </p:spPr>
        <p:txBody>
          <a:bodyPr tIns="1044000" bIns="0" anchor="ctr" anchorCtr="0">
            <a:normAutofit/>
          </a:bodyPr>
          <a:lstStyle>
            <a:lvl1pPr marL="0" indent="0" algn="ctr">
              <a:buNone/>
              <a:defRPr sz="2000" b="0" i="0">
                <a:solidFill>
                  <a:schemeClr val="tx1"/>
                </a:solidFill>
                <a:latin typeface="+mj-lt"/>
                <a:ea typeface="Open Sans" panose="020B0606030504020204" pitchFamily="34" charset="0"/>
                <a:cs typeface="Arial" panose="020B0604020202020204" pitchFamily="34" charset="0"/>
              </a:defRPr>
            </a:lvl1pPr>
          </a:lstStyle>
          <a:p>
            <a:r>
              <a:rPr lang="en-US" dirty="0"/>
              <a:t>Click to insert image</a:t>
            </a:r>
          </a:p>
        </p:txBody>
      </p:sp>
    </p:spTree>
    <p:extLst>
      <p:ext uri="{BB962C8B-B14F-4D97-AF65-F5344CB8AC3E}">
        <p14:creationId xmlns:p14="http://schemas.microsoft.com/office/powerpoint/2010/main" val="26587000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chemeClr val="accent1"/>
        </a:solidFill>
        <a:effectLst/>
      </p:bgPr>
    </p:bg>
    <p:spTree>
      <p:nvGrpSpPr>
        <p:cNvPr id="1" name=""/>
        <p:cNvGrpSpPr/>
        <p:nvPr/>
      </p:nvGrpSpPr>
      <p:grpSpPr>
        <a:xfrm>
          <a:off x="0" y="0"/>
          <a:ext cx="0" cy="0"/>
          <a:chOff x="0" y="0"/>
          <a:chExt cx="0" cy="0"/>
        </a:xfrm>
      </p:grpSpPr>
      <p:sp>
        <p:nvSpPr>
          <p:cNvPr id="2" name="Title Placeholder 6">
            <a:extLst>
              <a:ext uri="{FF2B5EF4-FFF2-40B4-BE49-F238E27FC236}">
                <a16:creationId xmlns:a16="http://schemas.microsoft.com/office/drawing/2014/main" id="{E0ABB1D3-8A76-D512-A549-E9D62F36A70B}"/>
              </a:ext>
            </a:extLst>
          </p:cNvPr>
          <p:cNvSpPr>
            <a:spLocks noGrp="1"/>
          </p:cNvSpPr>
          <p:nvPr>
            <p:ph type="title" hasCustomPrompt="1"/>
          </p:nvPr>
        </p:nvSpPr>
        <p:spPr>
          <a:xfrm>
            <a:off x="731837" y="620713"/>
            <a:ext cx="10728325" cy="5616576"/>
          </a:xfrm>
          <a:prstGeom prst="rect">
            <a:avLst/>
          </a:prstGeom>
        </p:spPr>
        <p:txBody>
          <a:bodyPr vert="horz" lIns="180000" tIns="180000" rIns="180000" bIns="180000" rtlCol="0" anchor="ctr" anchorCtr="0">
            <a:noAutofit/>
          </a:bodyPr>
          <a:lstStyle>
            <a:lvl1pPr algn="ctr">
              <a:defRPr sz="6000">
                <a:solidFill>
                  <a:schemeClr val="bg1"/>
                </a:solidFill>
              </a:defRPr>
            </a:lvl1pPr>
          </a:lstStyle>
          <a:p>
            <a:r>
              <a:rPr lang="en-GB" dirty="0"/>
              <a:t>Click to add text</a:t>
            </a:r>
          </a:p>
        </p:txBody>
      </p:sp>
      <p:sp>
        <p:nvSpPr>
          <p:cNvPr id="6" name="TextBox 5">
            <a:extLst>
              <a:ext uri="{FF2B5EF4-FFF2-40B4-BE49-F238E27FC236}">
                <a16:creationId xmlns:a16="http://schemas.microsoft.com/office/drawing/2014/main" id="{6BF7486F-8A7C-5910-366E-80261A0C0FDE}"/>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bg1"/>
                </a:solidFill>
              </a:rPr>
              <a:pPr algn="r"/>
              <a:t>‹#›</a:t>
            </a:fld>
            <a:endParaRPr lang="en-GB" sz="1500" dirty="0">
              <a:solidFill>
                <a:schemeClr val="bg1"/>
              </a:solidFill>
            </a:endParaRPr>
          </a:p>
        </p:txBody>
      </p:sp>
    </p:spTree>
    <p:extLst>
      <p:ext uri="{BB962C8B-B14F-4D97-AF65-F5344CB8AC3E}">
        <p14:creationId xmlns:p14="http://schemas.microsoft.com/office/powerpoint/2010/main" val="14126403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8F9FA"/>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E87600-C159-2910-7D7E-7447F9AF7E92}"/>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accent1"/>
                </a:solidFill>
              </a:rPr>
              <a:pPr algn="r"/>
              <a:t>‹#›</a:t>
            </a:fld>
            <a:endParaRPr lang="en-GB" sz="1500" dirty="0">
              <a:solidFill>
                <a:schemeClr val="accent1"/>
              </a:solidFill>
            </a:endParaRPr>
          </a:p>
        </p:txBody>
      </p:sp>
      <p:sp>
        <p:nvSpPr>
          <p:cNvPr id="4" name="Rectangle 3">
            <a:extLst>
              <a:ext uri="{FF2B5EF4-FFF2-40B4-BE49-F238E27FC236}">
                <a16:creationId xmlns:a16="http://schemas.microsoft.com/office/drawing/2014/main" id="{C80D63A4-9900-0C26-B11C-2882EC0E47CC}"/>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8" name="Title Placeholder 6">
            <a:extLst>
              <a:ext uri="{FF2B5EF4-FFF2-40B4-BE49-F238E27FC236}">
                <a16:creationId xmlns:a16="http://schemas.microsoft.com/office/drawing/2014/main" id="{38CDF813-AE46-AE39-9279-C1F133F3B9BC}"/>
              </a:ext>
            </a:extLst>
          </p:cNvPr>
          <p:cNvSpPr>
            <a:spLocks noGrp="1"/>
          </p:cNvSpPr>
          <p:nvPr>
            <p:ph type="title" hasCustomPrompt="1"/>
          </p:nvPr>
        </p:nvSpPr>
        <p:spPr>
          <a:xfrm>
            <a:off x="731838" y="622238"/>
            <a:ext cx="9869901" cy="415498"/>
          </a:xfrm>
          <a:prstGeom prst="rect">
            <a:avLst/>
          </a:prstGeom>
        </p:spPr>
        <p:txBody>
          <a:bodyPr vert="horz" lIns="0" tIns="0" rIns="0" bIns="0" rtlCol="0" anchor="t" anchorCtr="0">
            <a:noAutofit/>
          </a:bodyPr>
          <a:lstStyle/>
          <a:p>
            <a:r>
              <a:rPr lang="en-GB" dirty="0"/>
              <a:t>Click to add title</a:t>
            </a:r>
          </a:p>
        </p:txBody>
      </p:sp>
    </p:spTree>
    <p:extLst>
      <p:ext uri="{BB962C8B-B14F-4D97-AF65-F5344CB8AC3E}">
        <p14:creationId xmlns:p14="http://schemas.microsoft.com/office/powerpoint/2010/main" val="14819880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ull-slide image">
    <p:bg>
      <p:bgPr>
        <a:solidFill>
          <a:schemeClr val="tx1"/>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F6DF0232-7BE7-C4E3-F21A-0026855E3A24}"/>
              </a:ext>
            </a:extLst>
          </p:cNvPr>
          <p:cNvSpPr>
            <a:spLocks noGrp="1"/>
          </p:cNvSpPr>
          <p:nvPr>
            <p:ph type="pic" sz="quarter" idx="13" hasCustomPrompt="1"/>
          </p:nvPr>
        </p:nvSpPr>
        <p:spPr>
          <a:xfrm>
            <a:off x="0" y="0"/>
            <a:ext cx="12192000" cy="6857999"/>
          </a:xfrm>
          <a:prstGeom prst="rect">
            <a:avLst/>
          </a:prstGeom>
        </p:spPr>
        <p:txBody>
          <a:bodyPr tIns="1044000" bIns="0" anchor="ctr" anchorCtr="0">
            <a:normAutofit/>
          </a:bodyPr>
          <a:lstStyle>
            <a:lvl1pPr marL="0" indent="0" algn="ctr">
              <a:buNone/>
              <a:defRPr sz="2000" b="0" i="0">
                <a:solidFill>
                  <a:schemeClr val="bg1"/>
                </a:solidFill>
                <a:latin typeface="+mj-lt"/>
                <a:ea typeface="Open Sans" panose="020B0606030504020204" pitchFamily="34" charset="0"/>
                <a:cs typeface="Arial" panose="020B0604020202020204" pitchFamily="34" charset="0"/>
              </a:defRPr>
            </a:lvl1pPr>
          </a:lstStyle>
          <a:p>
            <a:r>
              <a:rPr lang="en-US" dirty="0"/>
              <a:t>Click to insert image</a:t>
            </a:r>
          </a:p>
        </p:txBody>
      </p:sp>
    </p:spTree>
    <p:extLst>
      <p:ext uri="{BB962C8B-B14F-4D97-AF65-F5344CB8AC3E}">
        <p14:creationId xmlns:p14="http://schemas.microsoft.com/office/powerpoint/2010/main" val="3378501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slide video">
    <p:bg>
      <p:bgPr>
        <a:solidFill>
          <a:schemeClr val="tx1"/>
        </a:solidFill>
        <a:effectLst/>
      </p:bgPr>
    </p:bg>
    <p:spTree>
      <p:nvGrpSpPr>
        <p:cNvPr id="1" name=""/>
        <p:cNvGrpSpPr/>
        <p:nvPr/>
      </p:nvGrpSpPr>
      <p:grpSpPr>
        <a:xfrm>
          <a:off x="0" y="0"/>
          <a:ext cx="0" cy="0"/>
          <a:chOff x="0" y="0"/>
          <a:chExt cx="0" cy="0"/>
        </a:xfrm>
      </p:grpSpPr>
      <p:sp>
        <p:nvSpPr>
          <p:cNvPr id="4" name="Media Placeholder 3">
            <a:extLst>
              <a:ext uri="{FF2B5EF4-FFF2-40B4-BE49-F238E27FC236}">
                <a16:creationId xmlns:a16="http://schemas.microsoft.com/office/drawing/2014/main" id="{B02A5AD2-E41B-68A6-0B6A-854825490524}"/>
              </a:ext>
            </a:extLst>
          </p:cNvPr>
          <p:cNvSpPr>
            <a:spLocks noGrp="1"/>
          </p:cNvSpPr>
          <p:nvPr>
            <p:ph type="media" sz="quarter" idx="10" hasCustomPrompt="1"/>
          </p:nvPr>
        </p:nvSpPr>
        <p:spPr>
          <a:xfrm>
            <a:off x="0" y="0"/>
            <a:ext cx="12192000" cy="6858000"/>
          </a:xfrm>
        </p:spPr>
        <p:txBody>
          <a:bodyPr tIns="1044000" anchor="ctr" anchorCtr="0"/>
          <a:lstStyle>
            <a:lvl1pPr algn="ctr">
              <a:defRPr>
                <a:solidFill>
                  <a:schemeClr val="bg1"/>
                </a:solidFill>
              </a:defRPr>
            </a:lvl1pPr>
          </a:lstStyle>
          <a:p>
            <a:r>
              <a:rPr lang="en-GB" dirty="0"/>
              <a:t>Click to insert video</a:t>
            </a:r>
          </a:p>
        </p:txBody>
      </p:sp>
    </p:spTree>
    <p:extLst>
      <p:ext uri="{BB962C8B-B14F-4D97-AF65-F5344CB8AC3E}">
        <p14:creationId xmlns:p14="http://schemas.microsoft.com/office/powerpoint/2010/main" val="16135326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ockup: laptop">
    <p:bg>
      <p:bgPr>
        <a:solidFill>
          <a:srgbClr val="F8F9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7F4088-C0F2-57FC-F2C6-EFC4754FD9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77273" y="1972630"/>
            <a:ext cx="7861381" cy="4754637"/>
          </a:xfrm>
          <a:prstGeom prst="rect">
            <a:avLst/>
          </a:prstGeom>
        </p:spPr>
      </p:pic>
      <p:sp>
        <p:nvSpPr>
          <p:cNvPr id="4" name="Picture Placeholder 2">
            <a:extLst>
              <a:ext uri="{FF2B5EF4-FFF2-40B4-BE49-F238E27FC236}">
                <a16:creationId xmlns:a16="http://schemas.microsoft.com/office/drawing/2014/main" id="{52891222-9588-C4A4-B356-F8CF9B747266}"/>
              </a:ext>
            </a:extLst>
          </p:cNvPr>
          <p:cNvSpPr>
            <a:spLocks noGrp="1"/>
          </p:cNvSpPr>
          <p:nvPr>
            <p:ph type="pic" sz="quarter" idx="13" hasCustomPrompt="1"/>
          </p:nvPr>
        </p:nvSpPr>
        <p:spPr>
          <a:xfrm>
            <a:off x="6125057" y="2551299"/>
            <a:ext cx="5102311" cy="3235973"/>
          </a:xfrm>
          <a:prstGeom prst="rect">
            <a:avLst/>
          </a:prstGeom>
        </p:spPr>
        <p:txBody>
          <a:bodyPr tIns="612000" anchor="ctr" anchorCtr="0">
            <a:normAutofit/>
          </a:bodyPr>
          <a:lstStyle>
            <a:lvl1pPr marL="0" indent="0" algn="ctr">
              <a:buNone/>
              <a:defRPr sz="1400" b="0" i="0">
                <a:solidFill>
                  <a:schemeClr val="bg1"/>
                </a:solidFill>
                <a:latin typeface="Arial" panose="020B0604020202020204" pitchFamily="34" charset="0"/>
                <a:ea typeface="Open Sans" panose="020B0606030504020204" pitchFamily="34" charset="0"/>
                <a:cs typeface="Arial" panose="020B0604020202020204" pitchFamily="34" charset="0"/>
              </a:defRPr>
            </a:lvl1pPr>
          </a:lstStyle>
          <a:p>
            <a:r>
              <a:rPr lang="en-US" dirty="0"/>
              <a:t>Click to insert screenshot</a:t>
            </a:r>
          </a:p>
        </p:txBody>
      </p:sp>
      <p:sp>
        <p:nvSpPr>
          <p:cNvPr id="6" name="Text Placeholder 5">
            <a:extLst>
              <a:ext uri="{FF2B5EF4-FFF2-40B4-BE49-F238E27FC236}">
                <a16:creationId xmlns:a16="http://schemas.microsoft.com/office/drawing/2014/main" id="{1C78464D-4517-811F-FC53-80F60C619C7B}"/>
              </a:ext>
            </a:extLst>
          </p:cNvPr>
          <p:cNvSpPr>
            <a:spLocks noGrp="1"/>
          </p:cNvSpPr>
          <p:nvPr>
            <p:ph type="body" sz="quarter" idx="14"/>
          </p:nvPr>
        </p:nvSpPr>
        <p:spPr>
          <a:xfrm>
            <a:off x="731839" y="1341439"/>
            <a:ext cx="4248534" cy="4895850"/>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TextBox 6">
            <a:extLst>
              <a:ext uri="{FF2B5EF4-FFF2-40B4-BE49-F238E27FC236}">
                <a16:creationId xmlns:a16="http://schemas.microsoft.com/office/drawing/2014/main" id="{1A986EC0-8608-A0C5-F29F-C50C480AF40F}"/>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accent1"/>
                </a:solidFill>
              </a:rPr>
              <a:pPr algn="r"/>
              <a:t>‹#›</a:t>
            </a:fld>
            <a:endParaRPr lang="en-GB" sz="1500" dirty="0">
              <a:solidFill>
                <a:schemeClr val="accent1"/>
              </a:solidFill>
            </a:endParaRPr>
          </a:p>
        </p:txBody>
      </p:sp>
      <p:sp>
        <p:nvSpPr>
          <p:cNvPr id="8" name="Rectangle 7">
            <a:extLst>
              <a:ext uri="{FF2B5EF4-FFF2-40B4-BE49-F238E27FC236}">
                <a16:creationId xmlns:a16="http://schemas.microsoft.com/office/drawing/2014/main" id="{B98AE738-3F3E-44B2-EBDA-A555C44807AC}"/>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
        <p:nvSpPr>
          <p:cNvPr id="10" name="Title Placeholder 6">
            <a:extLst>
              <a:ext uri="{FF2B5EF4-FFF2-40B4-BE49-F238E27FC236}">
                <a16:creationId xmlns:a16="http://schemas.microsoft.com/office/drawing/2014/main" id="{30B38B33-4F3D-3AC3-FCD0-6AF81F3BEF9F}"/>
              </a:ext>
            </a:extLst>
          </p:cNvPr>
          <p:cNvSpPr>
            <a:spLocks noGrp="1"/>
          </p:cNvSpPr>
          <p:nvPr>
            <p:ph type="title" hasCustomPrompt="1"/>
          </p:nvPr>
        </p:nvSpPr>
        <p:spPr>
          <a:xfrm>
            <a:off x="731838" y="622238"/>
            <a:ext cx="9869901" cy="415498"/>
          </a:xfrm>
          <a:prstGeom prst="rect">
            <a:avLst/>
          </a:prstGeom>
        </p:spPr>
        <p:txBody>
          <a:bodyPr vert="horz" lIns="0" tIns="0" rIns="0" bIns="0" rtlCol="0" anchor="t" anchorCtr="0">
            <a:noAutofit/>
          </a:bodyPr>
          <a:lstStyle/>
          <a:p>
            <a:r>
              <a:rPr lang="en-GB" dirty="0"/>
              <a:t>Click to add title</a:t>
            </a:r>
          </a:p>
        </p:txBody>
      </p:sp>
    </p:spTree>
    <p:extLst>
      <p:ext uri="{BB962C8B-B14F-4D97-AF65-F5344CB8AC3E}">
        <p14:creationId xmlns:p14="http://schemas.microsoft.com/office/powerpoint/2010/main" val="31519200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ockup: phone">
    <p:bg>
      <p:bgPr>
        <a:solidFill>
          <a:srgbClr val="F8F9FA"/>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C78464D-4517-811F-FC53-80F60C619C7B}"/>
              </a:ext>
            </a:extLst>
          </p:cNvPr>
          <p:cNvSpPr>
            <a:spLocks noGrp="1"/>
          </p:cNvSpPr>
          <p:nvPr>
            <p:ph type="body" sz="quarter" idx="14"/>
          </p:nvPr>
        </p:nvSpPr>
        <p:spPr>
          <a:xfrm>
            <a:off x="731838" y="1341439"/>
            <a:ext cx="5364161" cy="4895850"/>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TextBox 6">
            <a:extLst>
              <a:ext uri="{FF2B5EF4-FFF2-40B4-BE49-F238E27FC236}">
                <a16:creationId xmlns:a16="http://schemas.microsoft.com/office/drawing/2014/main" id="{1A986EC0-8608-A0C5-F29F-C50C480AF40F}"/>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accent1"/>
                </a:solidFill>
              </a:rPr>
              <a:pPr algn="r"/>
              <a:t>‹#›</a:t>
            </a:fld>
            <a:endParaRPr lang="en-GB" sz="1500" dirty="0">
              <a:solidFill>
                <a:schemeClr val="accent1"/>
              </a:solidFill>
            </a:endParaRPr>
          </a:p>
        </p:txBody>
      </p:sp>
      <p:sp>
        <p:nvSpPr>
          <p:cNvPr id="8" name="Rectangle 7">
            <a:extLst>
              <a:ext uri="{FF2B5EF4-FFF2-40B4-BE49-F238E27FC236}">
                <a16:creationId xmlns:a16="http://schemas.microsoft.com/office/drawing/2014/main" id="{B98AE738-3F3E-44B2-EBDA-A555C44807AC}"/>
              </a:ext>
            </a:extLst>
          </p:cNvPr>
          <p:cNvSpPr/>
          <p:nvPr userDrawn="1"/>
        </p:nvSpPr>
        <p:spPr>
          <a:xfrm>
            <a:off x="0" y="0"/>
            <a:ext cx="12192000" cy="140400"/>
          </a:xfrm>
          <a:prstGeom prst="rect">
            <a:avLst/>
          </a:prstGeom>
          <a:solidFill>
            <a:srgbClr val="9A46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5" name="Picture 4">
            <a:extLst>
              <a:ext uri="{FF2B5EF4-FFF2-40B4-BE49-F238E27FC236}">
                <a16:creationId xmlns:a16="http://schemas.microsoft.com/office/drawing/2014/main" id="{67EACD84-0F27-A227-F1B6-D913D0DB59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81212" y="1050697"/>
            <a:ext cx="3267054" cy="5616734"/>
          </a:xfrm>
          <a:prstGeom prst="rect">
            <a:avLst/>
          </a:prstGeom>
        </p:spPr>
      </p:pic>
      <p:sp>
        <p:nvSpPr>
          <p:cNvPr id="9" name="Picture Placeholder 27">
            <a:extLst>
              <a:ext uri="{FF2B5EF4-FFF2-40B4-BE49-F238E27FC236}">
                <a16:creationId xmlns:a16="http://schemas.microsoft.com/office/drawing/2014/main" id="{A87DDBC9-7D6F-E589-CA0D-E37119EDF55F}"/>
              </a:ext>
            </a:extLst>
          </p:cNvPr>
          <p:cNvSpPr>
            <a:spLocks noGrp="1"/>
          </p:cNvSpPr>
          <p:nvPr>
            <p:ph type="pic" sz="quarter" idx="15" hasCustomPrompt="1"/>
          </p:nvPr>
        </p:nvSpPr>
        <p:spPr>
          <a:xfrm>
            <a:off x="7747993" y="1462023"/>
            <a:ext cx="2125150" cy="4628115"/>
          </a:xfrm>
          <a:custGeom>
            <a:avLst/>
            <a:gdLst>
              <a:gd name="connsiteX0" fmla="*/ 401892 w 3804428"/>
              <a:gd name="connsiteY0" fmla="*/ 0 h 8242616"/>
              <a:gd name="connsiteX1" fmla="*/ 787350 w 3804428"/>
              <a:gd name="connsiteY1" fmla="*/ 0 h 8242616"/>
              <a:gd name="connsiteX2" fmla="*/ 839948 w 3804428"/>
              <a:gd name="connsiteY2" fmla="*/ 52595 h 8242616"/>
              <a:gd name="connsiteX3" fmla="*/ 839948 w 3804428"/>
              <a:gd name="connsiteY3" fmla="*/ 83823 h 8242616"/>
              <a:gd name="connsiteX4" fmla="*/ 1061854 w 3804428"/>
              <a:gd name="connsiteY4" fmla="*/ 305708 h 8242616"/>
              <a:gd name="connsiteX5" fmla="*/ 2745040 w 3804428"/>
              <a:gd name="connsiteY5" fmla="*/ 305708 h 8242616"/>
              <a:gd name="connsiteX6" fmla="*/ 2964480 w 3804428"/>
              <a:gd name="connsiteY6" fmla="*/ 86288 h 8242616"/>
              <a:gd name="connsiteX7" fmla="*/ 2964480 w 3804428"/>
              <a:gd name="connsiteY7" fmla="*/ 51773 h 8242616"/>
              <a:gd name="connsiteX8" fmla="*/ 3017078 w 3804428"/>
              <a:gd name="connsiteY8" fmla="*/ 0 h 8242616"/>
              <a:gd name="connsiteX9" fmla="*/ 3403356 w 3804428"/>
              <a:gd name="connsiteY9" fmla="*/ 0 h 8242616"/>
              <a:gd name="connsiteX10" fmla="*/ 3804428 w 3804428"/>
              <a:gd name="connsiteY10" fmla="*/ 401036 h 8242616"/>
              <a:gd name="connsiteX11" fmla="*/ 3804428 w 3804428"/>
              <a:gd name="connsiteY11" fmla="*/ 7841580 h 8242616"/>
              <a:gd name="connsiteX12" fmla="*/ 3403356 w 3804428"/>
              <a:gd name="connsiteY12" fmla="*/ 8242616 h 8242616"/>
              <a:gd name="connsiteX13" fmla="*/ 401892 w 3804428"/>
              <a:gd name="connsiteY13" fmla="*/ 8242616 h 8242616"/>
              <a:gd name="connsiteX14" fmla="*/ 0 w 3804428"/>
              <a:gd name="connsiteY14" fmla="*/ 7841580 h 8242616"/>
              <a:gd name="connsiteX15" fmla="*/ 0 w 3804428"/>
              <a:gd name="connsiteY15" fmla="*/ 401036 h 8242616"/>
              <a:gd name="connsiteX16" fmla="*/ 401892 w 3804428"/>
              <a:gd name="connsiteY16" fmla="*/ 0 h 8242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4428" h="8242616">
                <a:moveTo>
                  <a:pt x="401892" y="0"/>
                </a:moveTo>
                <a:cubicBezTo>
                  <a:pt x="401892" y="0"/>
                  <a:pt x="401892" y="0"/>
                  <a:pt x="787350" y="0"/>
                </a:cubicBezTo>
                <a:cubicBezTo>
                  <a:pt x="816114" y="0"/>
                  <a:pt x="839948" y="23832"/>
                  <a:pt x="839948" y="52595"/>
                </a:cubicBezTo>
                <a:cubicBezTo>
                  <a:pt x="839948" y="52595"/>
                  <a:pt x="839948" y="52595"/>
                  <a:pt x="839948" y="83823"/>
                </a:cubicBezTo>
                <a:cubicBezTo>
                  <a:pt x="839948" y="206271"/>
                  <a:pt x="939394" y="305708"/>
                  <a:pt x="1061854" y="305708"/>
                </a:cubicBezTo>
                <a:cubicBezTo>
                  <a:pt x="1061854" y="305708"/>
                  <a:pt x="1061854" y="305708"/>
                  <a:pt x="2745040" y="305708"/>
                </a:cubicBezTo>
                <a:cubicBezTo>
                  <a:pt x="2866676" y="305708"/>
                  <a:pt x="2964480" y="207915"/>
                  <a:pt x="2964480" y="86288"/>
                </a:cubicBezTo>
                <a:cubicBezTo>
                  <a:pt x="2964480" y="86288"/>
                  <a:pt x="2964480" y="86288"/>
                  <a:pt x="2964480" y="51773"/>
                </a:cubicBezTo>
                <a:cubicBezTo>
                  <a:pt x="2964480" y="23010"/>
                  <a:pt x="2988314" y="0"/>
                  <a:pt x="3017078" y="0"/>
                </a:cubicBezTo>
                <a:cubicBezTo>
                  <a:pt x="3017078" y="0"/>
                  <a:pt x="3017078" y="0"/>
                  <a:pt x="3403356" y="0"/>
                </a:cubicBezTo>
                <a:cubicBezTo>
                  <a:pt x="3625262" y="0"/>
                  <a:pt x="3804428" y="179974"/>
                  <a:pt x="3804428" y="401036"/>
                </a:cubicBezTo>
                <a:cubicBezTo>
                  <a:pt x="3804428" y="401036"/>
                  <a:pt x="3804428" y="401036"/>
                  <a:pt x="3804428" y="7841580"/>
                </a:cubicBezTo>
                <a:cubicBezTo>
                  <a:pt x="3804428" y="8063464"/>
                  <a:pt x="3625262" y="8242616"/>
                  <a:pt x="3403356" y="8242616"/>
                </a:cubicBezTo>
                <a:cubicBezTo>
                  <a:pt x="3403356" y="8242616"/>
                  <a:pt x="3403356" y="8242616"/>
                  <a:pt x="401892" y="8242616"/>
                </a:cubicBezTo>
                <a:cubicBezTo>
                  <a:pt x="179988" y="8242616"/>
                  <a:pt x="0" y="8063464"/>
                  <a:pt x="0" y="7841580"/>
                </a:cubicBezTo>
                <a:cubicBezTo>
                  <a:pt x="0" y="7841580"/>
                  <a:pt x="0" y="7841580"/>
                  <a:pt x="0" y="401036"/>
                </a:cubicBezTo>
                <a:cubicBezTo>
                  <a:pt x="0" y="179974"/>
                  <a:pt x="179988" y="0"/>
                  <a:pt x="401892" y="0"/>
                </a:cubicBezTo>
                <a:close/>
              </a:path>
            </a:pathLst>
          </a:custGeom>
          <a:noFill/>
        </p:spPr>
        <p:txBody>
          <a:bodyPr wrap="square" tIns="612000" anchor="ctr" anchorCtr="0">
            <a:noAutofit/>
          </a:bodyPr>
          <a:lstStyle>
            <a:lvl1pPr marL="0" indent="0" algn="ctr">
              <a:buNone/>
              <a:defRPr sz="1400">
                <a:solidFill>
                  <a:schemeClr val="bg1"/>
                </a:solidFill>
                <a:latin typeface="+mn-lt"/>
                <a:ea typeface="Open Sans" panose="020B0606030504020204" pitchFamily="34" charset="0"/>
                <a:cs typeface="Open Sans" panose="020B0606030504020204" pitchFamily="34" charset="0"/>
              </a:defRPr>
            </a:lvl1pPr>
          </a:lstStyle>
          <a:p>
            <a:r>
              <a:rPr lang="en-US" dirty="0"/>
              <a:t>Click to insert screenshot</a:t>
            </a:r>
          </a:p>
        </p:txBody>
      </p:sp>
      <p:sp>
        <p:nvSpPr>
          <p:cNvPr id="12" name="Title Placeholder 6">
            <a:extLst>
              <a:ext uri="{FF2B5EF4-FFF2-40B4-BE49-F238E27FC236}">
                <a16:creationId xmlns:a16="http://schemas.microsoft.com/office/drawing/2014/main" id="{F6D3D1F8-2F3B-7DB7-AC63-17E08558BBD3}"/>
              </a:ext>
            </a:extLst>
          </p:cNvPr>
          <p:cNvSpPr>
            <a:spLocks noGrp="1"/>
          </p:cNvSpPr>
          <p:nvPr>
            <p:ph type="title" hasCustomPrompt="1"/>
          </p:nvPr>
        </p:nvSpPr>
        <p:spPr>
          <a:xfrm>
            <a:off x="731838" y="622238"/>
            <a:ext cx="9869901" cy="415498"/>
          </a:xfrm>
          <a:prstGeom prst="rect">
            <a:avLst/>
          </a:prstGeom>
        </p:spPr>
        <p:txBody>
          <a:bodyPr vert="horz" lIns="0" tIns="0" rIns="0" bIns="0" rtlCol="0" anchor="t" anchorCtr="0">
            <a:noAutofit/>
          </a:bodyPr>
          <a:lstStyle/>
          <a:p>
            <a:r>
              <a:rPr lang="en-GB" dirty="0"/>
              <a:t>Click to add title</a:t>
            </a:r>
          </a:p>
        </p:txBody>
      </p:sp>
    </p:spTree>
    <p:extLst>
      <p:ext uri="{BB962C8B-B14F-4D97-AF65-F5344CB8AC3E}">
        <p14:creationId xmlns:p14="http://schemas.microsoft.com/office/powerpoint/2010/main" val="4626595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7EFDF-C1D9-C223-10FB-BBA4AACB11D2}"/>
              </a:ext>
            </a:extLst>
          </p:cNvPr>
          <p:cNvSpPr>
            <a:spLocks noGrp="1"/>
          </p:cNvSpPr>
          <p:nvPr>
            <p:ph type="ctrTitle" hasCustomPrompt="1"/>
          </p:nvPr>
        </p:nvSpPr>
        <p:spPr>
          <a:xfrm>
            <a:off x="731838" y="2142520"/>
            <a:ext cx="10728325" cy="784830"/>
          </a:xfrm>
          <a:prstGeom prst="rect">
            <a:avLst/>
          </a:prstGeom>
        </p:spPr>
        <p:txBody>
          <a:bodyPr anchor="b">
            <a:spAutoFit/>
          </a:bodyPr>
          <a:lstStyle>
            <a:lvl1pPr algn="l">
              <a:lnSpc>
                <a:spcPct val="85000"/>
              </a:lnSpc>
              <a:defRPr sz="6000" b="1">
                <a:solidFill>
                  <a:schemeClr val="bg1"/>
                </a:solidFill>
              </a:defRPr>
            </a:lvl1pPr>
          </a:lstStyle>
          <a:p>
            <a:r>
              <a:rPr lang="en-GB" dirty="0"/>
              <a:t>Thanks</a:t>
            </a:r>
          </a:p>
        </p:txBody>
      </p:sp>
      <p:sp>
        <p:nvSpPr>
          <p:cNvPr id="3" name="Subtitle 2">
            <a:extLst>
              <a:ext uri="{FF2B5EF4-FFF2-40B4-BE49-F238E27FC236}">
                <a16:creationId xmlns:a16="http://schemas.microsoft.com/office/drawing/2014/main" id="{EC50DE21-9FDD-81B0-FEB8-222484B8A115}"/>
              </a:ext>
            </a:extLst>
          </p:cNvPr>
          <p:cNvSpPr>
            <a:spLocks noGrp="1"/>
          </p:cNvSpPr>
          <p:nvPr>
            <p:ph type="subTitle" idx="1" hasCustomPrompt="1"/>
          </p:nvPr>
        </p:nvSpPr>
        <p:spPr>
          <a:xfrm>
            <a:off x="731839" y="2927350"/>
            <a:ext cx="5364162" cy="576293"/>
          </a:xfrm>
        </p:spPr>
        <p:txBody>
          <a:bodyPr lIns="36000" tIns="144000">
            <a:spAutoFit/>
          </a:bodyPr>
          <a:lstStyle>
            <a:lvl1pPr marL="0" indent="0" algn="l">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Supporting text </a:t>
            </a:r>
            <a:r>
              <a:rPr lang="en-GB" dirty="0" err="1"/>
              <a:t>eg.</a:t>
            </a:r>
            <a:r>
              <a:rPr lang="en-GB" dirty="0"/>
              <a:t> what’s next</a:t>
            </a:r>
          </a:p>
        </p:txBody>
      </p:sp>
      <p:pic>
        <p:nvPicPr>
          <p:cNvPr id="7" name="Picture 6" descr="A picture containing drawing&#10;&#10;Description automatically generated">
            <a:extLst>
              <a:ext uri="{FF2B5EF4-FFF2-40B4-BE49-F238E27FC236}">
                <a16:creationId xmlns:a16="http://schemas.microsoft.com/office/drawing/2014/main" id="{29F963B1-6B34-6EA5-AF6E-FFF49E9FF1D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731838" y="5839329"/>
            <a:ext cx="2242800" cy="397959"/>
          </a:xfrm>
          <a:prstGeom prst="rect">
            <a:avLst/>
          </a:prstGeom>
        </p:spPr>
      </p:pic>
      <p:sp>
        <p:nvSpPr>
          <p:cNvPr id="8" name="TextBox 7">
            <a:extLst>
              <a:ext uri="{FF2B5EF4-FFF2-40B4-BE49-F238E27FC236}">
                <a16:creationId xmlns:a16="http://schemas.microsoft.com/office/drawing/2014/main" id="{3A40AA43-13E0-DA4D-029E-59644836D8E4}"/>
              </a:ext>
            </a:extLst>
          </p:cNvPr>
          <p:cNvSpPr txBox="1"/>
          <p:nvPr userDrawn="1"/>
        </p:nvSpPr>
        <p:spPr>
          <a:xfrm>
            <a:off x="10601739" y="687097"/>
            <a:ext cx="858424" cy="230832"/>
          </a:xfrm>
          <a:prstGeom prst="rect">
            <a:avLst/>
          </a:prstGeom>
          <a:noFill/>
        </p:spPr>
        <p:txBody>
          <a:bodyPr wrap="square" lIns="0" tIns="0" rIns="0" bIns="0" rtlCol="0" anchor="ctr" anchorCtr="0">
            <a:spAutoFit/>
          </a:bodyPr>
          <a:lstStyle/>
          <a:p>
            <a:pPr algn="r"/>
            <a:fld id="{9E98DC05-5784-D54C-BD1C-733B650F7831}" type="slidenum">
              <a:rPr lang="en-GB" sz="1500" smtClean="0">
                <a:solidFill>
                  <a:schemeClr val="bg1"/>
                </a:solidFill>
              </a:rPr>
              <a:pPr algn="r"/>
              <a:t>‹#›</a:t>
            </a:fld>
            <a:endParaRPr lang="en-GB" sz="1500" dirty="0">
              <a:solidFill>
                <a:schemeClr val="bg1"/>
              </a:solidFill>
            </a:endParaRPr>
          </a:p>
        </p:txBody>
      </p:sp>
      <p:sp>
        <p:nvSpPr>
          <p:cNvPr id="4" name="TextBox 3">
            <a:extLst>
              <a:ext uri="{FF2B5EF4-FFF2-40B4-BE49-F238E27FC236}">
                <a16:creationId xmlns:a16="http://schemas.microsoft.com/office/drawing/2014/main" id="{E98518E5-0539-D93E-1E5A-971C4E36DE99}"/>
              </a:ext>
            </a:extLst>
          </p:cNvPr>
          <p:cNvSpPr txBox="1"/>
          <p:nvPr userDrawn="1"/>
        </p:nvSpPr>
        <p:spPr>
          <a:xfrm>
            <a:off x="9224442" y="6048401"/>
            <a:ext cx="2235720" cy="230832"/>
          </a:xfrm>
          <a:prstGeom prst="rect">
            <a:avLst/>
          </a:prstGeom>
          <a:noFill/>
        </p:spPr>
        <p:txBody>
          <a:bodyPr wrap="square" lIns="0" tIns="0" rIns="0" bIns="0" rtlCol="0" anchor="b" anchorCtr="0">
            <a:spAutoFit/>
          </a:bodyPr>
          <a:lstStyle/>
          <a:p>
            <a:pPr algn="r"/>
            <a:r>
              <a:rPr lang="en-GB" sz="1500" dirty="0">
                <a:solidFill>
                  <a:schemeClr val="bg1"/>
                </a:solidFill>
              </a:rPr>
              <a:t>herts.ac.uk</a:t>
            </a:r>
          </a:p>
        </p:txBody>
      </p:sp>
    </p:spTree>
    <p:extLst>
      <p:ext uri="{BB962C8B-B14F-4D97-AF65-F5344CB8AC3E}">
        <p14:creationId xmlns:p14="http://schemas.microsoft.com/office/powerpoint/2010/main" val="285592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402F3FB-3941-B1B0-81AF-09F9A0409923}"/>
              </a:ext>
            </a:extLst>
          </p:cNvPr>
          <p:cNvSpPr>
            <a:spLocks noGrp="1"/>
          </p:cNvSpPr>
          <p:nvPr>
            <p:ph type="body" idx="1"/>
          </p:nvPr>
        </p:nvSpPr>
        <p:spPr>
          <a:xfrm>
            <a:off x="731838" y="1341438"/>
            <a:ext cx="10728324" cy="4895849"/>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Title Placeholder 6">
            <a:extLst>
              <a:ext uri="{FF2B5EF4-FFF2-40B4-BE49-F238E27FC236}">
                <a16:creationId xmlns:a16="http://schemas.microsoft.com/office/drawing/2014/main" id="{A22F8008-8A6A-5B08-639A-CDB7264BD9E9}"/>
              </a:ext>
            </a:extLst>
          </p:cNvPr>
          <p:cNvSpPr>
            <a:spLocks noGrp="1"/>
          </p:cNvSpPr>
          <p:nvPr>
            <p:ph type="title"/>
          </p:nvPr>
        </p:nvSpPr>
        <p:spPr>
          <a:xfrm>
            <a:off x="731838" y="622238"/>
            <a:ext cx="9869901" cy="415498"/>
          </a:xfrm>
          <a:prstGeom prst="rect">
            <a:avLst/>
          </a:prstGeom>
        </p:spPr>
        <p:txBody>
          <a:bodyPr vert="horz" lIns="0" tIns="0" rIns="0" bIns="0" rtlCol="0" anchor="t" anchorCtr="0">
            <a:spAutoFit/>
          </a:bodyPr>
          <a:lstStyle/>
          <a:p>
            <a:r>
              <a:rPr lang="en-GB" dirty="0"/>
              <a:t>Click to add title</a:t>
            </a:r>
          </a:p>
        </p:txBody>
      </p:sp>
    </p:spTree>
    <p:extLst>
      <p:ext uri="{BB962C8B-B14F-4D97-AF65-F5344CB8AC3E}">
        <p14:creationId xmlns:p14="http://schemas.microsoft.com/office/powerpoint/2010/main" val="2541647148"/>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25" r:id="rId3"/>
    <p:sldLayoutId id="2147483726" r:id="rId4"/>
    <p:sldLayoutId id="2147483728" r:id="rId5"/>
    <p:sldLayoutId id="2147483747" r:id="rId6"/>
    <p:sldLayoutId id="2147483752" r:id="rId7"/>
    <p:sldLayoutId id="2147483753" r:id="rId8"/>
    <p:sldLayoutId id="2147483754" r:id="rId9"/>
    <p:sldLayoutId id="2147483757" r:id="rId10"/>
    <p:sldLayoutId id="2147483759" r:id="rId11"/>
    <p:sldLayoutId id="2147483758" r:id="rId12"/>
    <p:sldLayoutId id="2147483760" r:id="rId13"/>
    <p:sldLayoutId id="2147483744" r:id="rId14"/>
    <p:sldLayoutId id="2147483750" r:id="rId15"/>
    <p:sldLayoutId id="2147483761" r:id="rId16"/>
    <p:sldLayoutId id="2147483756" r:id="rId17"/>
    <p:sldLayoutId id="2147483763" r:id="rId18"/>
    <p:sldLayoutId id="2147483755" r:id="rId19"/>
    <p:sldLayoutId id="2147483762" r:id="rId20"/>
    <p:sldLayoutId id="2147483751" r:id="rId21"/>
    <p:sldLayoutId id="2147483764" r:id="rId22"/>
    <p:sldLayoutId id="2147483740" r:id="rId23"/>
    <p:sldLayoutId id="2147483765" r:id="rId24"/>
    <p:sldLayoutId id="2147483745" r:id="rId25"/>
    <p:sldLayoutId id="2147483730" r:id="rId26"/>
    <p:sldLayoutId id="2147483739" r:id="rId27"/>
    <p:sldLayoutId id="2147483746" r:id="rId28"/>
    <p:sldLayoutId id="2147483738" r:id="rId29"/>
    <p:sldLayoutId id="2147483749" r:id="rId30"/>
    <p:sldLayoutId id="2147483748" r:id="rId31"/>
  </p:sldLayoutIdLst>
  <p:txStyles>
    <p:titleStyle>
      <a:lvl1pPr algn="l" defTabSz="914400" rtl="0" eaLnBrk="1" latinLnBrk="0" hangingPunct="1">
        <a:lnSpc>
          <a:spcPct val="90000"/>
        </a:lnSpc>
        <a:spcBef>
          <a:spcPct val="0"/>
        </a:spcBef>
        <a:buNone/>
        <a:defRPr sz="30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400050" indent="-234950" algn="l" defTabSz="914400" rtl="0" eaLnBrk="1" latinLnBrk="0" hangingPunct="1">
        <a:lnSpc>
          <a:spcPct val="100000"/>
        </a:lnSpc>
        <a:spcBef>
          <a:spcPts val="500"/>
        </a:spcBef>
        <a:buClr>
          <a:schemeClr val="accent1"/>
        </a:buClr>
        <a:buFont typeface="Wingdings" pitchFamily="2" charset="2"/>
        <a:buChar char="§"/>
        <a:tabLst/>
        <a:defRPr sz="1800" kern="1200">
          <a:solidFill>
            <a:schemeClr val="tx1"/>
          </a:solidFill>
          <a:latin typeface="+mn-lt"/>
          <a:ea typeface="+mn-ea"/>
          <a:cs typeface="+mn-cs"/>
        </a:defRPr>
      </a:lvl2pPr>
      <a:lvl3pPr marL="800100" indent="-234950" algn="l" defTabSz="914400" rtl="0" eaLnBrk="1" latinLnBrk="0" hangingPunct="1">
        <a:lnSpc>
          <a:spcPct val="100000"/>
        </a:lnSpc>
        <a:spcBef>
          <a:spcPts val="500"/>
        </a:spcBef>
        <a:buClr>
          <a:schemeClr val="accent1"/>
        </a:buClr>
        <a:buFont typeface="Wingdings" pitchFamily="2" charset="2"/>
        <a:buChar char="§"/>
        <a:tabLst/>
        <a:defRPr sz="1800" kern="1200">
          <a:solidFill>
            <a:schemeClr val="tx1"/>
          </a:solidFill>
          <a:latin typeface="+mn-lt"/>
          <a:ea typeface="+mn-ea"/>
          <a:cs typeface="+mn-cs"/>
        </a:defRPr>
      </a:lvl3pPr>
      <a:lvl4pPr marL="1112838" indent="-214313" algn="l" defTabSz="914400" rtl="0" eaLnBrk="1" latinLnBrk="0" hangingPunct="1">
        <a:lnSpc>
          <a:spcPct val="100000"/>
        </a:lnSpc>
        <a:spcBef>
          <a:spcPts val="500"/>
        </a:spcBef>
        <a:buClr>
          <a:schemeClr val="accent1"/>
        </a:buClr>
        <a:buFont typeface="Wingdings" pitchFamily="2" charset="2"/>
        <a:buChar char="§"/>
        <a:tabLst/>
        <a:defRPr sz="1600" kern="1200">
          <a:solidFill>
            <a:schemeClr val="tx1"/>
          </a:solidFill>
          <a:latin typeface="+mn-lt"/>
          <a:ea typeface="+mn-ea"/>
          <a:cs typeface="+mn-cs"/>
        </a:defRPr>
      </a:lvl4pPr>
      <a:lvl5pPr marL="1474788" indent="-215900" algn="l" defTabSz="914400" rtl="0" eaLnBrk="1" latinLnBrk="0" hangingPunct="1">
        <a:lnSpc>
          <a:spcPct val="100000"/>
        </a:lnSpc>
        <a:spcBef>
          <a:spcPts val="500"/>
        </a:spcBef>
        <a:buClr>
          <a:schemeClr val="accent1"/>
        </a:buClr>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461" userDrawn="1">
          <p15:clr>
            <a:srgbClr val="F26B43"/>
          </p15:clr>
        </p15:guide>
        <p15:guide id="4" pos="7219" userDrawn="1">
          <p15:clr>
            <a:srgbClr val="F26B43"/>
          </p15:clr>
        </p15:guide>
        <p15:guide id="5" orient="horz" pos="391" userDrawn="1">
          <p15:clr>
            <a:srgbClr val="F26B43"/>
          </p15:clr>
        </p15:guide>
        <p15:guide id="6" orient="horz" pos="3929" userDrawn="1">
          <p15:clr>
            <a:srgbClr val="F26B43"/>
          </p15:clr>
        </p15:guide>
        <p15:guide id="7" orient="horz" pos="84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A387F-9E0D-F107-24EE-B8A2C2A715B1}"/>
              </a:ext>
            </a:extLst>
          </p:cNvPr>
          <p:cNvSpPr>
            <a:spLocks noGrp="1"/>
          </p:cNvSpPr>
          <p:nvPr>
            <p:ph type="ctrTitle"/>
          </p:nvPr>
        </p:nvSpPr>
        <p:spPr>
          <a:xfrm>
            <a:off x="731838" y="2142520"/>
            <a:ext cx="10728325" cy="784830"/>
          </a:xfrm>
        </p:spPr>
        <p:txBody>
          <a:bodyPr/>
          <a:lstStyle/>
          <a:p>
            <a:r>
              <a:rPr lang="en-GB" dirty="0"/>
              <a:t>Team 2 – Robot presentation</a:t>
            </a:r>
          </a:p>
        </p:txBody>
      </p:sp>
      <p:sp>
        <p:nvSpPr>
          <p:cNvPr id="3" name="Subtitle 2">
            <a:extLst>
              <a:ext uri="{FF2B5EF4-FFF2-40B4-BE49-F238E27FC236}">
                <a16:creationId xmlns:a16="http://schemas.microsoft.com/office/drawing/2014/main" id="{BD106AAC-C906-2726-3499-526839A97616}"/>
              </a:ext>
            </a:extLst>
          </p:cNvPr>
          <p:cNvSpPr>
            <a:spLocks noGrp="1"/>
          </p:cNvSpPr>
          <p:nvPr>
            <p:ph type="subTitle" idx="1"/>
          </p:nvPr>
        </p:nvSpPr>
        <p:spPr/>
        <p:txBody>
          <a:bodyPr/>
          <a:lstStyle/>
          <a:p>
            <a:r>
              <a:rPr lang="en-GB" dirty="0"/>
              <a:t>Robot Praying Mantis</a:t>
            </a:r>
          </a:p>
        </p:txBody>
      </p:sp>
    </p:spTree>
    <p:extLst>
      <p:ext uri="{BB962C8B-B14F-4D97-AF65-F5344CB8AC3E}">
        <p14:creationId xmlns:p14="http://schemas.microsoft.com/office/powerpoint/2010/main" val="2386042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3E38C-E6CE-7A17-8514-64F6F040A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C9C4D-7434-5ADC-ECEC-ECBAFBC6F462}"/>
              </a:ext>
            </a:extLst>
          </p:cNvPr>
          <p:cNvSpPr>
            <a:spLocks noGrp="1"/>
          </p:cNvSpPr>
          <p:nvPr>
            <p:ph type="ctrTitle"/>
          </p:nvPr>
        </p:nvSpPr>
        <p:spPr>
          <a:xfrm>
            <a:off x="-1" y="193950"/>
            <a:ext cx="10728325" cy="984127"/>
          </a:xfrm>
        </p:spPr>
        <p:txBody>
          <a:bodyPr/>
          <a:lstStyle/>
          <a:p>
            <a:r>
              <a:rPr lang="en-GB" dirty="0"/>
              <a:t>Introduction</a:t>
            </a:r>
          </a:p>
        </p:txBody>
      </p:sp>
      <p:sp>
        <p:nvSpPr>
          <p:cNvPr id="8" name="Subtitle 2">
            <a:extLst>
              <a:ext uri="{FF2B5EF4-FFF2-40B4-BE49-F238E27FC236}">
                <a16:creationId xmlns:a16="http://schemas.microsoft.com/office/drawing/2014/main" id="{902A233A-AC0C-A6F1-30B9-3F839A34C6A8}"/>
              </a:ext>
            </a:extLst>
          </p:cNvPr>
          <p:cNvSpPr txBox="1">
            <a:spLocks/>
          </p:cNvSpPr>
          <p:nvPr/>
        </p:nvSpPr>
        <p:spPr>
          <a:xfrm>
            <a:off x="844059" y="1726914"/>
            <a:ext cx="5364162" cy="3320634"/>
          </a:xfrm>
          <a:prstGeom prst="rect">
            <a:avLst/>
          </a:prstGeom>
        </p:spPr>
        <p:txBody>
          <a:bodyPr vert="horz" lIns="36000" tIns="144000" rIns="0" bIns="0" rtlCol="0">
            <a:spAutoFit/>
          </a:bodyPr>
          <a:lstStyle>
            <a:lvl1pPr marL="0" indent="0" algn="l" defTabSz="914400" rtl="0" eaLnBrk="1" latinLnBrk="0" hangingPunct="1">
              <a:lnSpc>
                <a:spcPct val="10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accent1"/>
              </a:buClr>
              <a:buFont typeface="Wingdings" pitchFamily="2" charset="2"/>
              <a:buNone/>
              <a:tabLst/>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accent1"/>
              </a:buClr>
              <a:buFont typeface="Wingdings" pitchFamily="2" charset="2"/>
              <a:buNone/>
              <a:tabLst/>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accent1"/>
              </a:buClr>
              <a:buFont typeface="Wingdings" pitchFamily="2" charset="2"/>
              <a:buNone/>
              <a:tabLst/>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accent1"/>
              </a:buClr>
              <a:buFont typeface="Wingdings" pitchFamily="2" charset="2"/>
              <a:buNone/>
              <a:tabLst/>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1800" dirty="0"/>
              <a:t>Hello Everyone. In this project, there were five of us in the group — Aleksis, Gabriel, Hannah, Arjun, and Emre. We structured the project into five sprints using an Agile Scrum framework, with each of us leading a different phase — design, manufacturing, assembly, electrical and coding, and testing.</a:t>
            </a:r>
          </a:p>
          <a:p>
            <a:r>
              <a:rPr lang="en-GB" sz="1800" dirty="0"/>
              <a:t>Our robot was inspired by the praying mantis, which turned out to be a natural fit for the brief. The mantis naturally walks, avoids obstacles, is attracted to light, and spreads its wings when threatened — mapping almost perfectly onto our four tasks.</a:t>
            </a:r>
          </a:p>
        </p:txBody>
      </p:sp>
    </p:spTree>
    <p:extLst>
      <p:ext uri="{BB962C8B-B14F-4D97-AF65-F5344CB8AC3E}">
        <p14:creationId xmlns:p14="http://schemas.microsoft.com/office/powerpoint/2010/main" val="2358562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2B0BD-20E6-8EA2-4969-848D766337E2}"/>
              </a:ext>
            </a:extLst>
          </p:cNvPr>
          <p:cNvSpPr>
            <a:spLocks noGrp="1"/>
          </p:cNvSpPr>
          <p:nvPr>
            <p:ph type="ctrTitle"/>
          </p:nvPr>
        </p:nvSpPr>
        <p:spPr>
          <a:xfrm>
            <a:off x="-1" y="193950"/>
            <a:ext cx="10728325" cy="984127"/>
          </a:xfrm>
        </p:spPr>
        <p:txBody>
          <a:bodyPr/>
          <a:lstStyle/>
          <a:p>
            <a:r>
              <a:rPr lang="en-GB" dirty="0"/>
              <a:t>The Team</a:t>
            </a:r>
          </a:p>
        </p:txBody>
      </p:sp>
      <p:sp>
        <p:nvSpPr>
          <p:cNvPr id="3" name="Subtitle 2">
            <a:extLst>
              <a:ext uri="{FF2B5EF4-FFF2-40B4-BE49-F238E27FC236}">
                <a16:creationId xmlns:a16="http://schemas.microsoft.com/office/drawing/2014/main" id="{E0E006B2-4FD8-7574-77A3-FF783617C4DC}"/>
              </a:ext>
            </a:extLst>
          </p:cNvPr>
          <p:cNvSpPr>
            <a:spLocks noGrp="1"/>
          </p:cNvSpPr>
          <p:nvPr>
            <p:ph type="subTitle" idx="1"/>
          </p:nvPr>
        </p:nvSpPr>
        <p:spPr>
          <a:xfrm>
            <a:off x="90978" y="1782780"/>
            <a:ext cx="5364162" cy="576293"/>
          </a:xfrm>
        </p:spPr>
        <p:txBody>
          <a:bodyPr/>
          <a:lstStyle/>
          <a:p>
            <a:r>
              <a:rPr lang="en-GB" dirty="0"/>
              <a:t>Aleksis – Design scrum leader </a:t>
            </a:r>
          </a:p>
        </p:txBody>
      </p:sp>
      <p:sp>
        <p:nvSpPr>
          <p:cNvPr id="4" name="Subtitle 2">
            <a:extLst>
              <a:ext uri="{FF2B5EF4-FFF2-40B4-BE49-F238E27FC236}">
                <a16:creationId xmlns:a16="http://schemas.microsoft.com/office/drawing/2014/main" id="{767D3440-14C2-096A-66BC-7F1A1C130EB7}"/>
              </a:ext>
            </a:extLst>
          </p:cNvPr>
          <p:cNvSpPr txBox="1">
            <a:spLocks/>
          </p:cNvSpPr>
          <p:nvPr/>
        </p:nvSpPr>
        <p:spPr>
          <a:xfrm>
            <a:off x="90976" y="4022997"/>
            <a:ext cx="6606807" cy="576293"/>
          </a:xfrm>
          <a:prstGeom prst="rect">
            <a:avLst/>
          </a:prstGeom>
        </p:spPr>
        <p:txBody>
          <a:bodyPr vert="horz" wrap="square" lIns="36000" tIns="144000" rIns="0" bIns="0" rtlCol="0">
            <a:spAutoFit/>
          </a:bodyPr>
          <a:lstStyle>
            <a:lvl1pPr marL="0" indent="0" algn="l" defTabSz="914400" rtl="0" eaLnBrk="1" latinLnBrk="0" hangingPunct="1">
              <a:lnSpc>
                <a:spcPct val="10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accent1"/>
              </a:buClr>
              <a:buFont typeface="Wingdings" pitchFamily="2" charset="2"/>
              <a:buNone/>
              <a:tabLst/>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accent1"/>
              </a:buClr>
              <a:buFont typeface="Wingdings" pitchFamily="2" charset="2"/>
              <a:buNone/>
              <a:tabLst/>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accent1"/>
              </a:buClr>
              <a:buFont typeface="Wingdings" pitchFamily="2" charset="2"/>
              <a:buNone/>
              <a:tabLst/>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accent1"/>
              </a:buClr>
              <a:buFont typeface="Wingdings" pitchFamily="2" charset="2"/>
              <a:buNone/>
              <a:tabLst/>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Arjun – Electrical/coding scrum leader </a:t>
            </a:r>
          </a:p>
        </p:txBody>
      </p:sp>
      <p:sp>
        <p:nvSpPr>
          <p:cNvPr id="5" name="Subtitle 2">
            <a:extLst>
              <a:ext uri="{FF2B5EF4-FFF2-40B4-BE49-F238E27FC236}">
                <a16:creationId xmlns:a16="http://schemas.microsoft.com/office/drawing/2014/main" id="{E057BEE2-06BE-424F-3050-5E994DAE61C2}"/>
              </a:ext>
            </a:extLst>
          </p:cNvPr>
          <p:cNvSpPr txBox="1">
            <a:spLocks/>
          </p:cNvSpPr>
          <p:nvPr/>
        </p:nvSpPr>
        <p:spPr>
          <a:xfrm>
            <a:off x="90977" y="2529519"/>
            <a:ext cx="6450499" cy="576293"/>
          </a:xfrm>
          <a:prstGeom prst="rect">
            <a:avLst/>
          </a:prstGeom>
        </p:spPr>
        <p:txBody>
          <a:bodyPr vert="horz" wrap="square" lIns="36000" tIns="144000" rIns="0" bIns="0" rtlCol="0">
            <a:spAutoFit/>
          </a:bodyPr>
          <a:lstStyle>
            <a:lvl1pPr marL="0" indent="0" algn="l" defTabSz="914400" rtl="0" eaLnBrk="1" latinLnBrk="0" hangingPunct="1">
              <a:lnSpc>
                <a:spcPct val="10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accent1"/>
              </a:buClr>
              <a:buFont typeface="Wingdings" pitchFamily="2" charset="2"/>
              <a:buNone/>
              <a:tabLst/>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accent1"/>
              </a:buClr>
              <a:buFont typeface="Wingdings" pitchFamily="2" charset="2"/>
              <a:buNone/>
              <a:tabLst/>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accent1"/>
              </a:buClr>
              <a:buFont typeface="Wingdings" pitchFamily="2" charset="2"/>
              <a:buNone/>
              <a:tabLst/>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accent1"/>
              </a:buClr>
              <a:buFont typeface="Wingdings" pitchFamily="2" charset="2"/>
              <a:buNone/>
              <a:tabLst/>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Gabriel– Manufacturing scrum leader </a:t>
            </a:r>
          </a:p>
        </p:txBody>
      </p:sp>
      <p:sp>
        <p:nvSpPr>
          <p:cNvPr id="6" name="Subtitle 2">
            <a:extLst>
              <a:ext uri="{FF2B5EF4-FFF2-40B4-BE49-F238E27FC236}">
                <a16:creationId xmlns:a16="http://schemas.microsoft.com/office/drawing/2014/main" id="{A38B08C6-203A-C92F-AEB3-3C2A7EDE813D}"/>
              </a:ext>
            </a:extLst>
          </p:cNvPr>
          <p:cNvSpPr txBox="1">
            <a:spLocks/>
          </p:cNvSpPr>
          <p:nvPr/>
        </p:nvSpPr>
        <p:spPr>
          <a:xfrm>
            <a:off x="90978" y="3276258"/>
            <a:ext cx="5364162" cy="576293"/>
          </a:xfrm>
          <a:prstGeom prst="rect">
            <a:avLst/>
          </a:prstGeom>
        </p:spPr>
        <p:txBody>
          <a:bodyPr vert="horz" lIns="36000" tIns="144000" rIns="0" bIns="0" rtlCol="0">
            <a:spAutoFit/>
          </a:bodyPr>
          <a:lstStyle>
            <a:lvl1pPr marL="0" indent="0" algn="l" defTabSz="914400" rtl="0" eaLnBrk="1" latinLnBrk="0" hangingPunct="1">
              <a:lnSpc>
                <a:spcPct val="10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accent1"/>
              </a:buClr>
              <a:buFont typeface="Wingdings" pitchFamily="2" charset="2"/>
              <a:buNone/>
              <a:tabLst/>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accent1"/>
              </a:buClr>
              <a:buFont typeface="Wingdings" pitchFamily="2" charset="2"/>
              <a:buNone/>
              <a:tabLst/>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accent1"/>
              </a:buClr>
              <a:buFont typeface="Wingdings" pitchFamily="2" charset="2"/>
              <a:buNone/>
              <a:tabLst/>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accent1"/>
              </a:buClr>
              <a:buFont typeface="Wingdings" pitchFamily="2" charset="2"/>
              <a:buNone/>
              <a:tabLst/>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Hannah – Assembly scrum leader </a:t>
            </a:r>
          </a:p>
        </p:txBody>
      </p:sp>
      <p:sp>
        <p:nvSpPr>
          <p:cNvPr id="7" name="Subtitle 2">
            <a:extLst>
              <a:ext uri="{FF2B5EF4-FFF2-40B4-BE49-F238E27FC236}">
                <a16:creationId xmlns:a16="http://schemas.microsoft.com/office/drawing/2014/main" id="{4D07A34C-4B4B-FE93-B3E3-91771B723C3A}"/>
              </a:ext>
            </a:extLst>
          </p:cNvPr>
          <p:cNvSpPr txBox="1">
            <a:spLocks/>
          </p:cNvSpPr>
          <p:nvPr/>
        </p:nvSpPr>
        <p:spPr>
          <a:xfrm>
            <a:off x="90975" y="4769736"/>
            <a:ext cx="6606807" cy="576293"/>
          </a:xfrm>
          <a:prstGeom prst="rect">
            <a:avLst/>
          </a:prstGeom>
        </p:spPr>
        <p:txBody>
          <a:bodyPr vert="horz" wrap="square" lIns="36000" tIns="144000" rIns="0" bIns="0" rtlCol="0">
            <a:spAutoFit/>
          </a:bodyPr>
          <a:lstStyle>
            <a:lvl1pPr marL="0" indent="0" algn="l" defTabSz="914400" rtl="0" eaLnBrk="1" latinLnBrk="0" hangingPunct="1">
              <a:lnSpc>
                <a:spcPct val="10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accent1"/>
              </a:buClr>
              <a:buFont typeface="Wingdings" pitchFamily="2" charset="2"/>
              <a:buNone/>
              <a:tabLst/>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accent1"/>
              </a:buClr>
              <a:buFont typeface="Wingdings" pitchFamily="2" charset="2"/>
              <a:buNone/>
              <a:tabLst/>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accent1"/>
              </a:buClr>
              <a:buFont typeface="Wingdings" pitchFamily="2" charset="2"/>
              <a:buNone/>
              <a:tabLst/>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accent1"/>
              </a:buClr>
              <a:buFont typeface="Wingdings" pitchFamily="2" charset="2"/>
              <a:buNone/>
              <a:tabLst/>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Emre – Testing scrum leader </a:t>
            </a:r>
          </a:p>
        </p:txBody>
      </p:sp>
      <p:sp>
        <p:nvSpPr>
          <p:cNvPr id="8" name="Subtitle 2">
            <a:extLst>
              <a:ext uri="{FF2B5EF4-FFF2-40B4-BE49-F238E27FC236}">
                <a16:creationId xmlns:a16="http://schemas.microsoft.com/office/drawing/2014/main" id="{1D34515A-428A-8016-EF7C-A6665C75075F}"/>
              </a:ext>
            </a:extLst>
          </p:cNvPr>
          <p:cNvSpPr txBox="1">
            <a:spLocks/>
          </p:cNvSpPr>
          <p:nvPr/>
        </p:nvSpPr>
        <p:spPr>
          <a:xfrm>
            <a:off x="6244490" y="484268"/>
            <a:ext cx="5364162" cy="2489638"/>
          </a:xfrm>
          <a:prstGeom prst="rect">
            <a:avLst/>
          </a:prstGeom>
        </p:spPr>
        <p:txBody>
          <a:bodyPr vert="horz" lIns="36000" tIns="144000" rIns="0" bIns="0" rtlCol="0">
            <a:spAutoFit/>
          </a:bodyPr>
          <a:lstStyle>
            <a:lvl1pPr marL="0" indent="0" algn="l" defTabSz="914400" rtl="0" eaLnBrk="1" latinLnBrk="0" hangingPunct="1">
              <a:lnSpc>
                <a:spcPct val="10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00000"/>
              </a:lnSpc>
              <a:spcBef>
                <a:spcPts val="500"/>
              </a:spcBef>
              <a:buClr>
                <a:schemeClr val="accent1"/>
              </a:buClr>
              <a:buFont typeface="Wingdings" pitchFamily="2" charset="2"/>
              <a:buNone/>
              <a:tabLst/>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accent1"/>
              </a:buClr>
              <a:buFont typeface="Wingdings" pitchFamily="2" charset="2"/>
              <a:buNone/>
              <a:tabLst/>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accent1"/>
              </a:buClr>
              <a:buFont typeface="Wingdings" pitchFamily="2" charset="2"/>
              <a:buNone/>
              <a:tabLst/>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accent1"/>
              </a:buClr>
              <a:buFont typeface="Wingdings" pitchFamily="2" charset="2"/>
              <a:buNone/>
              <a:tabLst/>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1800" dirty="0"/>
              <a:t>During this project, we had decided to design our robot in the style of a praying mantis, as we believed this would match the brief perfectly.</a:t>
            </a:r>
          </a:p>
          <a:p>
            <a:r>
              <a:rPr lang="en-GB" sz="1800" dirty="0"/>
              <a:t>In doing so, we had divided the work equally and equitably. How we did this is look at past skills and current skills to see who are the best matches to the task, then we divided the sprints in accordance to the team’s strengths.</a:t>
            </a:r>
          </a:p>
        </p:txBody>
      </p:sp>
    </p:spTree>
    <p:extLst>
      <p:ext uri="{BB962C8B-B14F-4D97-AF65-F5344CB8AC3E}">
        <p14:creationId xmlns:p14="http://schemas.microsoft.com/office/powerpoint/2010/main" val="1420701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85EE84-38D6-8C15-F08A-BDFDDC554E55}"/>
              </a:ext>
            </a:extLst>
          </p:cNvPr>
          <p:cNvSpPr>
            <a:spLocks noGrp="1"/>
          </p:cNvSpPr>
          <p:nvPr>
            <p:ph sz="half" idx="1"/>
          </p:nvPr>
        </p:nvSpPr>
        <p:spPr>
          <a:xfrm>
            <a:off x="4978400" y="1430273"/>
            <a:ext cx="5187117" cy="2267994"/>
          </a:xfrm>
        </p:spPr>
        <p:txBody>
          <a:bodyPr vert="horz" lIns="0" tIns="0" rIns="0" bIns="0" rtlCol="0">
            <a:normAutofit/>
          </a:bodyPr>
          <a:lstStyle/>
          <a:p>
            <a:r>
              <a:rPr lang="en-GB" b="1" dirty="0"/>
              <a:t>Legs:</a:t>
            </a:r>
            <a:r>
              <a:rPr lang="en-GB" dirty="0"/>
              <a:t> Emre designed the legs as a pair of arched structures housing the servo motors responsible for driving the robot's movement. Their curved form was directly inspired by the mantis, giving the robot a natural, insect-like stance while providing the structural support needed to carry the full assembly.</a:t>
            </a:r>
          </a:p>
        </p:txBody>
      </p:sp>
      <p:pic>
        <p:nvPicPr>
          <p:cNvPr id="5" name="Picture 4">
            <a:extLst>
              <a:ext uri="{FF2B5EF4-FFF2-40B4-BE49-F238E27FC236}">
                <a16:creationId xmlns:a16="http://schemas.microsoft.com/office/drawing/2014/main" id="{5848C26E-A5B5-5EAB-A902-C520B8F1CB30}"/>
              </a:ext>
            </a:extLst>
          </p:cNvPr>
          <p:cNvPicPr>
            <a:picLocks noChangeAspect="1"/>
          </p:cNvPicPr>
          <p:nvPr/>
        </p:nvPicPr>
        <p:blipFill>
          <a:blip r:embed="rId2"/>
          <a:stretch>
            <a:fillRect/>
          </a:stretch>
        </p:blipFill>
        <p:spPr>
          <a:xfrm>
            <a:off x="872361" y="1161006"/>
            <a:ext cx="3557637" cy="2267994"/>
          </a:xfrm>
          <a:prstGeom prst="rect">
            <a:avLst/>
          </a:prstGeom>
          <a:noFill/>
        </p:spPr>
      </p:pic>
      <p:sp>
        <p:nvSpPr>
          <p:cNvPr id="6" name="Content Placeholder 1">
            <a:extLst>
              <a:ext uri="{FF2B5EF4-FFF2-40B4-BE49-F238E27FC236}">
                <a16:creationId xmlns:a16="http://schemas.microsoft.com/office/drawing/2014/main" id="{E3367211-2509-EF7E-E62B-1522AA56F9E2}"/>
              </a:ext>
            </a:extLst>
          </p:cNvPr>
          <p:cNvSpPr txBox="1">
            <a:spLocks/>
          </p:cNvSpPr>
          <p:nvPr/>
        </p:nvSpPr>
        <p:spPr>
          <a:xfrm>
            <a:off x="732323" y="3966943"/>
            <a:ext cx="5187117" cy="2267994"/>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400050" indent="-234950" algn="l" defTabSz="914400" rtl="0" eaLnBrk="1" latinLnBrk="0" hangingPunct="1">
              <a:lnSpc>
                <a:spcPct val="100000"/>
              </a:lnSpc>
              <a:spcBef>
                <a:spcPts val="500"/>
              </a:spcBef>
              <a:buClr>
                <a:schemeClr val="accent1"/>
              </a:buClr>
              <a:buFont typeface="Wingdings" pitchFamily="2" charset="2"/>
              <a:buChar char="§"/>
              <a:tabLst/>
              <a:defRPr sz="1800" kern="1200">
                <a:solidFill>
                  <a:schemeClr val="tx1"/>
                </a:solidFill>
                <a:latin typeface="+mn-lt"/>
                <a:ea typeface="+mn-ea"/>
                <a:cs typeface="+mn-cs"/>
              </a:defRPr>
            </a:lvl2pPr>
            <a:lvl3pPr marL="800100" indent="-234950" algn="l" defTabSz="914400" rtl="0" eaLnBrk="1" latinLnBrk="0" hangingPunct="1">
              <a:lnSpc>
                <a:spcPct val="100000"/>
              </a:lnSpc>
              <a:spcBef>
                <a:spcPts val="500"/>
              </a:spcBef>
              <a:buClr>
                <a:schemeClr val="accent1"/>
              </a:buClr>
              <a:buFont typeface="Wingdings" pitchFamily="2" charset="2"/>
              <a:buChar char="§"/>
              <a:tabLst/>
              <a:defRPr sz="1800" kern="1200">
                <a:solidFill>
                  <a:schemeClr val="tx1"/>
                </a:solidFill>
                <a:latin typeface="+mn-lt"/>
                <a:ea typeface="+mn-ea"/>
                <a:cs typeface="+mn-cs"/>
              </a:defRPr>
            </a:lvl3pPr>
            <a:lvl4pPr marL="1112838" indent="-214313" algn="l" defTabSz="914400" rtl="0" eaLnBrk="1" latinLnBrk="0" hangingPunct="1">
              <a:lnSpc>
                <a:spcPct val="100000"/>
              </a:lnSpc>
              <a:spcBef>
                <a:spcPts val="500"/>
              </a:spcBef>
              <a:buClr>
                <a:schemeClr val="accent1"/>
              </a:buClr>
              <a:buFont typeface="Wingdings" pitchFamily="2" charset="2"/>
              <a:buChar char="§"/>
              <a:tabLst/>
              <a:defRPr sz="1600" kern="1200">
                <a:solidFill>
                  <a:schemeClr val="tx1"/>
                </a:solidFill>
                <a:latin typeface="+mn-lt"/>
                <a:ea typeface="+mn-ea"/>
                <a:cs typeface="+mn-cs"/>
              </a:defRPr>
            </a:lvl4pPr>
            <a:lvl5pPr marL="1474788" indent="-215900" algn="l" defTabSz="914400" rtl="0" eaLnBrk="1" latinLnBrk="0" hangingPunct="1">
              <a:lnSpc>
                <a:spcPct val="100000"/>
              </a:lnSpc>
              <a:spcBef>
                <a:spcPts val="500"/>
              </a:spcBef>
              <a:buClr>
                <a:schemeClr val="accent1"/>
              </a:buClr>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Wings:</a:t>
            </a:r>
            <a:r>
              <a:rPr lang="en-GB" dirty="0"/>
              <a:t> Aleksis designed the wings as a fan-like blade assembly driven by a gear mechanism, allowing them to spread open during the predator response task. The layered blade design mimics the real mantis wing structure, ensuring the movement looked realistic while remaining mechanically achievable within our manufacturing constraints.</a:t>
            </a:r>
          </a:p>
        </p:txBody>
      </p:sp>
      <p:pic>
        <p:nvPicPr>
          <p:cNvPr id="8" name="Content Placeholder 7">
            <a:extLst>
              <a:ext uri="{FF2B5EF4-FFF2-40B4-BE49-F238E27FC236}">
                <a16:creationId xmlns:a16="http://schemas.microsoft.com/office/drawing/2014/main" id="{4AC46B93-5A2E-F72E-7ECF-B3B79D74AC18}"/>
              </a:ext>
            </a:extLst>
          </p:cNvPr>
          <p:cNvPicPr>
            <a:picLocks noGrp="1" noChangeAspect="1"/>
          </p:cNvPicPr>
          <p:nvPr>
            <p:ph sz="half" idx="12"/>
          </p:nvPr>
        </p:nvPicPr>
        <p:blipFill>
          <a:blip r:embed="rId3"/>
          <a:stretch>
            <a:fillRect/>
          </a:stretch>
        </p:blipFill>
        <p:spPr>
          <a:xfrm>
            <a:off x="6096000" y="3966400"/>
            <a:ext cx="3940090" cy="2268537"/>
          </a:xfrm>
          <a:prstGeom prst="rect">
            <a:avLst/>
          </a:prstGeom>
        </p:spPr>
      </p:pic>
      <p:sp>
        <p:nvSpPr>
          <p:cNvPr id="3" name="Title 2">
            <a:extLst>
              <a:ext uri="{FF2B5EF4-FFF2-40B4-BE49-F238E27FC236}">
                <a16:creationId xmlns:a16="http://schemas.microsoft.com/office/drawing/2014/main" id="{D8C24E50-FEC2-12D8-75B9-BBDD2FCE96F3}"/>
              </a:ext>
            </a:extLst>
          </p:cNvPr>
          <p:cNvSpPr>
            <a:spLocks noGrp="1"/>
          </p:cNvSpPr>
          <p:nvPr>
            <p:ph type="title"/>
          </p:nvPr>
        </p:nvSpPr>
        <p:spPr>
          <a:xfrm>
            <a:off x="66821" y="207565"/>
            <a:ext cx="4911580" cy="415498"/>
          </a:xfrm>
        </p:spPr>
        <p:txBody>
          <a:bodyPr vert="horz" lIns="0" tIns="0" rIns="0" bIns="0" rtlCol="0" anchor="t" anchorCtr="0">
            <a:normAutofit/>
          </a:bodyPr>
          <a:lstStyle/>
          <a:p>
            <a:r>
              <a:rPr lang="en-GB" b="1" kern="1200" dirty="0">
                <a:latin typeface="+mj-lt"/>
                <a:ea typeface="+mj-ea"/>
                <a:cs typeface="+mj-cs"/>
              </a:rPr>
              <a:t>Sprint one – Design sprint </a:t>
            </a:r>
          </a:p>
        </p:txBody>
      </p:sp>
      <p:sp>
        <p:nvSpPr>
          <p:cNvPr id="9" name="Content Placeholder 1">
            <a:extLst>
              <a:ext uri="{FF2B5EF4-FFF2-40B4-BE49-F238E27FC236}">
                <a16:creationId xmlns:a16="http://schemas.microsoft.com/office/drawing/2014/main" id="{8D138E74-09DC-3BED-A398-D0DC1DCBD035}"/>
              </a:ext>
            </a:extLst>
          </p:cNvPr>
          <p:cNvSpPr txBox="1">
            <a:spLocks/>
          </p:cNvSpPr>
          <p:nvPr/>
        </p:nvSpPr>
        <p:spPr>
          <a:xfrm>
            <a:off x="5472486" y="304456"/>
            <a:ext cx="5187117" cy="856550"/>
          </a:xfrm>
          <a:prstGeom prst="rect">
            <a:avLst/>
          </a:prstGeom>
        </p:spPr>
        <p:txBody>
          <a:bodyPr vert="horz" lIns="0" tIns="0" rIns="0" bIns="0" rtlCol="0">
            <a:normAutofit fontScale="92500" lnSpcReduction="20000"/>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400050" indent="-234950" algn="l" defTabSz="914400" rtl="0" eaLnBrk="1" latinLnBrk="0" hangingPunct="1">
              <a:lnSpc>
                <a:spcPct val="100000"/>
              </a:lnSpc>
              <a:spcBef>
                <a:spcPts val="500"/>
              </a:spcBef>
              <a:buClr>
                <a:schemeClr val="accent1"/>
              </a:buClr>
              <a:buFont typeface="Wingdings" pitchFamily="2" charset="2"/>
              <a:buChar char="§"/>
              <a:tabLst/>
              <a:defRPr sz="1800" kern="1200">
                <a:solidFill>
                  <a:schemeClr val="tx1"/>
                </a:solidFill>
                <a:latin typeface="+mn-lt"/>
                <a:ea typeface="+mn-ea"/>
                <a:cs typeface="+mn-cs"/>
              </a:defRPr>
            </a:lvl2pPr>
            <a:lvl3pPr marL="800100" indent="-234950" algn="l" defTabSz="914400" rtl="0" eaLnBrk="1" latinLnBrk="0" hangingPunct="1">
              <a:lnSpc>
                <a:spcPct val="100000"/>
              </a:lnSpc>
              <a:spcBef>
                <a:spcPts val="500"/>
              </a:spcBef>
              <a:buClr>
                <a:schemeClr val="accent1"/>
              </a:buClr>
              <a:buFont typeface="Wingdings" pitchFamily="2" charset="2"/>
              <a:buChar char="§"/>
              <a:tabLst/>
              <a:defRPr sz="1800" kern="1200">
                <a:solidFill>
                  <a:schemeClr val="tx1"/>
                </a:solidFill>
                <a:latin typeface="+mn-lt"/>
                <a:ea typeface="+mn-ea"/>
                <a:cs typeface="+mn-cs"/>
              </a:defRPr>
            </a:lvl3pPr>
            <a:lvl4pPr marL="1112838" indent="-214313" algn="l" defTabSz="914400" rtl="0" eaLnBrk="1" latinLnBrk="0" hangingPunct="1">
              <a:lnSpc>
                <a:spcPct val="100000"/>
              </a:lnSpc>
              <a:spcBef>
                <a:spcPts val="500"/>
              </a:spcBef>
              <a:buClr>
                <a:schemeClr val="accent1"/>
              </a:buClr>
              <a:buFont typeface="Wingdings" pitchFamily="2" charset="2"/>
              <a:buChar char="§"/>
              <a:tabLst/>
              <a:defRPr sz="1600" kern="1200">
                <a:solidFill>
                  <a:schemeClr val="tx1"/>
                </a:solidFill>
                <a:latin typeface="+mn-lt"/>
                <a:ea typeface="+mn-ea"/>
                <a:cs typeface="+mn-cs"/>
              </a:defRPr>
            </a:lvl4pPr>
            <a:lvl5pPr marL="1474788" indent="-215900" algn="l" defTabSz="914400" rtl="0" eaLnBrk="1" latinLnBrk="0" hangingPunct="1">
              <a:lnSpc>
                <a:spcPct val="100000"/>
              </a:lnSpc>
              <a:spcBef>
                <a:spcPts val="500"/>
              </a:spcBef>
              <a:buClr>
                <a:schemeClr val="accent1"/>
              </a:buClr>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During the design sprint, all components were modelled in Fusion 360. Emre designed the legs, Aleksis the wings, Gabriel the arms, Hannah the neck and chassis frame, and Arjun the base.</a:t>
            </a:r>
          </a:p>
        </p:txBody>
      </p:sp>
      <p:sp>
        <p:nvSpPr>
          <p:cNvPr id="10" name="Rectangle 9">
            <a:extLst>
              <a:ext uri="{FF2B5EF4-FFF2-40B4-BE49-F238E27FC236}">
                <a16:creationId xmlns:a16="http://schemas.microsoft.com/office/drawing/2014/main" id="{E9BE4A75-B54F-A2AF-D10F-2AAE4353FCC2}"/>
              </a:ext>
            </a:extLst>
          </p:cNvPr>
          <p:cNvSpPr/>
          <p:nvPr/>
        </p:nvSpPr>
        <p:spPr>
          <a:xfrm>
            <a:off x="872361" y="3427323"/>
            <a:ext cx="3557637" cy="3018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i="1" dirty="0"/>
              <a:t>Figure.1: Legs</a:t>
            </a:r>
          </a:p>
        </p:txBody>
      </p:sp>
      <p:sp>
        <p:nvSpPr>
          <p:cNvPr id="12" name="Rectangle 11">
            <a:extLst>
              <a:ext uri="{FF2B5EF4-FFF2-40B4-BE49-F238E27FC236}">
                <a16:creationId xmlns:a16="http://schemas.microsoft.com/office/drawing/2014/main" id="{014F1771-038E-EB10-5F4E-58E8C18F79A9}"/>
              </a:ext>
            </a:extLst>
          </p:cNvPr>
          <p:cNvSpPr/>
          <p:nvPr/>
        </p:nvSpPr>
        <p:spPr>
          <a:xfrm>
            <a:off x="6096000" y="6201229"/>
            <a:ext cx="3940090" cy="3018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i="1" dirty="0"/>
              <a:t>Figure.2 Wings</a:t>
            </a:r>
          </a:p>
        </p:txBody>
      </p:sp>
      <p:sp>
        <p:nvSpPr>
          <p:cNvPr id="14" name="Content Placeholder 1">
            <a:extLst>
              <a:ext uri="{FF2B5EF4-FFF2-40B4-BE49-F238E27FC236}">
                <a16:creationId xmlns:a16="http://schemas.microsoft.com/office/drawing/2014/main" id="{5183A48E-BD98-3596-4848-28C66CB2D22C}"/>
              </a:ext>
            </a:extLst>
          </p:cNvPr>
          <p:cNvSpPr txBox="1">
            <a:spLocks/>
          </p:cNvSpPr>
          <p:nvPr/>
        </p:nvSpPr>
        <p:spPr>
          <a:xfrm>
            <a:off x="1069334" y="622225"/>
            <a:ext cx="2906554" cy="30184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400050" indent="-234950" algn="l" defTabSz="914400" rtl="0" eaLnBrk="1" latinLnBrk="0" hangingPunct="1">
              <a:lnSpc>
                <a:spcPct val="100000"/>
              </a:lnSpc>
              <a:spcBef>
                <a:spcPts val="500"/>
              </a:spcBef>
              <a:buClr>
                <a:schemeClr val="accent1"/>
              </a:buClr>
              <a:buFont typeface="Wingdings" pitchFamily="2" charset="2"/>
              <a:buChar char="§"/>
              <a:tabLst/>
              <a:defRPr sz="1800" kern="1200">
                <a:solidFill>
                  <a:schemeClr val="tx1"/>
                </a:solidFill>
                <a:latin typeface="+mn-lt"/>
                <a:ea typeface="+mn-ea"/>
                <a:cs typeface="+mn-cs"/>
              </a:defRPr>
            </a:lvl2pPr>
            <a:lvl3pPr marL="800100" indent="-234950" algn="l" defTabSz="914400" rtl="0" eaLnBrk="1" latinLnBrk="0" hangingPunct="1">
              <a:lnSpc>
                <a:spcPct val="100000"/>
              </a:lnSpc>
              <a:spcBef>
                <a:spcPts val="500"/>
              </a:spcBef>
              <a:buClr>
                <a:schemeClr val="accent1"/>
              </a:buClr>
              <a:buFont typeface="Wingdings" pitchFamily="2" charset="2"/>
              <a:buChar char="§"/>
              <a:tabLst/>
              <a:defRPr sz="1800" kern="1200">
                <a:solidFill>
                  <a:schemeClr val="tx1"/>
                </a:solidFill>
                <a:latin typeface="+mn-lt"/>
                <a:ea typeface="+mn-ea"/>
                <a:cs typeface="+mn-cs"/>
              </a:defRPr>
            </a:lvl3pPr>
            <a:lvl4pPr marL="1112838" indent="-214313" algn="l" defTabSz="914400" rtl="0" eaLnBrk="1" latinLnBrk="0" hangingPunct="1">
              <a:lnSpc>
                <a:spcPct val="100000"/>
              </a:lnSpc>
              <a:spcBef>
                <a:spcPts val="500"/>
              </a:spcBef>
              <a:buClr>
                <a:schemeClr val="accent1"/>
              </a:buClr>
              <a:buFont typeface="Wingdings" pitchFamily="2" charset="2"/>
              <a:buChar char="§"/>
              <a:tabLst/>
              <a:defRPr sz="1600" kern="1200">
                <a:solidFill>
                  <a:schemeClr val="tx1"/>
                </a:solidFill>
                <a:latin typeface="+mn-lt"/>
                <a:ea typeface="+mn-ea"/>
                <a:cs typeface="+mn-cs"/>
              </a:defRPr>
            </a:lvl4pPr>
            <a:lvl5pPr marL="1474788" indent="-215900" algn="l" defTabSz="914400" rtl="0" eaLnBrk="1" latinLnBrk="0" hangingPunct="1">
              <a:lnSpc>
                <a:spcPct val="100000"/>
              </a:lnSpc>
              <a:spcBef>
                <a:spcPts val="500"/>
              </a:spcBef>
              <a:buClr>
                <a:schemeClr val="accent1"/>
              </a:buClr>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Leader of the Sprint: Aleksis</a:t>
            </a:r>
          </a:p>
        </p:txBody>
      </p:sp>
    </p:spTree>
    <p:extLst>
      <p:ext uri="{BB962C8B-B14F-4D97-AF65-F5344CB8AC3E}">
        <p14:creationId xmlns:p14="http://schemas.microsoft.com/office/powerpoint/2010/main" val="4032664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4948CC-79D6-B67B-FDB1-D48DCB6D8169}"/>
              </a:ext>
            </a:extLst>
          </p:cNvPr>
          <p:cNvSpPr>
            <a:spLocks noGrp="1"/>
          </p:cNvSpPr>
          <p:nvPr>
            <p:ph sz="half" idx="1"/>
          </p:nvPr>
        </p:nvSpPr>
        <p:spPr>
          <a:xfrm>
            <a:off x="127990" y="901491"/>
            <a:ext cx="4918464" cy="1746819"/>
          </a:xfrm>
        </p:spPr>
        <p:txBody>
          <a:bodyPr/>
          <a:lstStyle/>
          <a:p>
            <a:r>
              <a:rPr lang="en-GB" b="1" dirty="0"/>
              <a:t>Arms:</a:t>
            </a:r>
            <a:r>
              <a:rPr lang="en-GB" dirty="0"/>
              <a:t> Gabriel designed the arms as an L-shaped linkage with a servo at the joint, replicating the mantis's iconic raised forelimb posture. The lightweight frame structure keeps the weight down while still providing enough rigidity to hold its position reliably during operation.</a:t>
            </a:r>
          </a:p>
        </p:txBody>
      </p:sp>
      <p:sp>
        <p:nvSpPr>
          <p:cNvPr id="3" name="Content Placeholder 2">
            <a:extLst>
              <a:ext uri="{FF2B5EF4-FFF2-40B4-BE49-F238E27FC236}">
                <a16:creationId xmlns:a16="http://schemas.microsoft.com/office/drawing/2014/main" id="{951F045A-2CA0-BDA2-63A6-950FE6A48146}"/>
              </a:ext>
            </a:extLst>
          </p:cNvPr>
          <p:cNvSpPr>
            <a:spLocks noGrp="1"/>
          </p:cNvSpPr>
          <p:nvPr>
            <p:ph sz="half" idx="2"/>
          </p:nvPr>
        </p:nvSpPr>
        <p:spPr>
          <a:xfrm>
            <a:off x="6723961" y="3252157"/>
            <a:ext cx="5033842" cy="3133725"/>
          </a:xfrm>
        </p:spPr>
        <p:txBody>
          <a:bodyPr/>
          <a:lstStyle/>
          <a:p>
            <a:r>
              <a:rPr lang="en-GB" sz="1600" b="1" dirty="0"/>
              <a:t>Neck:</a:t>
            </a:r>
            <a:r>
              <a:rPr lang="en-GB" sz="1600" dirty="0"/>
              <a:t> Hannah designed the neck as an angled mount to correctly position the robot's head and sensors. Its angular, sloped geometry was carefully considered to ensure the sensors faced forward at the right angle, giving the robot the best possible field of view for object detection and light tracking.</a:t>
            </a:r>
          </a:p>
          <a:p>
            <a:r>
              <a:rPr lang="en-GB" sz="1600" b="1" dirty="0"/>
              <a:t>Chassis Frame:</a:t>
            </a:r>
            <a:r>
              <a:rPr lang="en-GB" sz="1600" dirty="0"/>
              <a:t> Hannah also designed both parts of the chassis frame — a rectangular outer frame to house the electronics, and an internal H-shaped support structure. Together they provide a rigid skeleton for the robot, keeping all components securely in place while allowing easy access during assembly and testing</a:t>
            </a:r>
          </a:p>
        </p:txBody>
      </p:sp>
      <p:sp>
        <p:nvSpPr>
          <p:cNvPr id="4" name="Title 3">
            <a:extLst>
              <a:ext uri="{FF2B5EF4-FFF2-40B4-BE49-F238E27FC236}">
                <a16:creationId xmlns:a16="http://schemas.microsoft.com/office/drawing/2014/main" id="{981E270D-AEBE-170F-2FC6-4BB1211C5312}"/>
              </a:ext>
            </a:extLst>
          </p:cNvPr>
          <p:cNvSpPr>
            <a:spLocks noGrp="1"/>
          </p:cNvSpPr>
          <p:nvPr>
            <p:ph type="title"/>
          </p:nvPr>
        </p:nvSpPr>
        <p:spPr>
          <a:xfrm>
            <a:off x="127990" y="277181"/>
            <a:ext cx="5298026" cy="415498"/>
          </a:xfrm>
        </p:spPr>
        <p:txBody>
          <a:bodyPr/>
          <a:lstStyle/>
          <a:p>
            <a:r>
              <a:rPr lang="en-GB" dirty="0"/>
              <a:t>Sprint 1 – Design - Continue</a:t>
            </a:r>
          </a:p>
        </p:txBody>
      </p:sp>
      <p:pic>
        <p:nvPicPr>
          <p:cNvPr id="39" name="Picture 38">
            <a:extLst>
              <a:ext uri="{FF2B5EF4-FFF2-40B4-BE49-F238E27FC236}">
                <a16:creationId xmlns:a16="http://schemas.microsoft.com/office/drawing/2014/main" id="{D1E6E752-78B0-6DE1-51F4-E7DFAD5F9085}"/>
              </a:ext>
            </a:extLst>
          </p:cNvPr>
          <p:cNvPicPr>
            <a:picLocks noChangeAspect="1"/>
          </p:cNvPicPr>
          <p:nvPr/>
        </p:nvPicPr>
        <p:blipFill>
          <a:blip r:embed="rId2"/>
          <a:stretch>
            <a:fillRect/>
          </a:stretch>
        </p:blipFill>
        <p:spPr>
          <a:xfrm>
            <a:off x="506248" y="3134683"/>
            <a:ext cx="4210382" cy="3251199"/>
          </a:xfrm>
          <a:prstGeom prst="rect">
            <a:avLst/>
          </a:prstGeom>
        </p:spPr>
      </p:pic>
      <p:pic>
        <p:nvPicPr>
          <p:cNvPr id="41" name="Picture 40">
            <a:extLst>
              <a:ext uri="{FF2B5EF4-FFF2-40B4-BE49-F238E27FC236}">
                <a16:creationId xmlns:a16="http://schemas.microsoft.com/office/drawing/2014/main" id="{82D59D14-A2C2-D28F-390E-BA699BFDF3E9}"/>
              </a:ext>
            </a:extLst>
          </p:cNvPr>
          <p:cNvPicPr>
            <a:picLocks noChangeAspect="1"/>
          </p:cNvPicPr>
          <p:nvPr/>
        </p:nvPicPr>
        <p:blipFill>
          <a:blip r:embed="rId3"/>
          <a:stretch>
            <a:fillRect/>
          </a:stretch>
        </p:blipFill>
        <p:spPr>
          <a:xfrm>
            <a:off x="5899504" y="692679"/>
            <a:ext cx="3341378" cy="2048078"/>
          </a:xfrm>
          <a:prstGeom prst="rect">
            <a:avLst/>
          </a:prstGeom>
        </p:spPr>
      </p:pic>
      <p:pic>
        <p:nvPicPr>
          <p:cNvPr id="43" name="Picture 42">
            <a:extLst>
              <a:ext uri="{FF2B5EF4-FFF2-40B4-BE49-F238E27FC236}">
                <a16:creationId xmlns:a16="http://schemas.microsoft.com/office/drawing/2014/main" id="{432E866A-DA30-39B3-D9AA-5284E5ABF0D2}"/>
              </a:ext>
            </a:extLst>
          </p:cNvPr>
          <p:cNvPicPr>
            <a:picLocks noChangeAspect="1"/>
          </p:cNvPicPr>
          <p:nvPr/>
        </p:nvPicPr>
        <p:blipFill>
          <a:blip r:embed="rId4"/>
          <a:stretch>
            <a:fillRect/>
          </a:stretch>
        </p:blipFill>
        <p:spPr>
          <a:xfrm>
            <a:off x="9764123" y="484930"/>
            <a:ext cx="1993680" cy="2278492"/>
          </a:xfrm>
          <a:prstGeom prst="rect">
            <a:avLst/>
          </a:prstGeom>
        </p:spPr>
      </p:pic>
      <p:sp>
        <p:nvSpPr>
          <p:cNvPr id="44" name="Rectangle 43">
            <a:extLst>
              <a:ext uri="{FF2B5EF4-FFF2-40B4-BE49-F238E27FC236}">
                <a16:creationId xmlns:a16="http://schemas.microsoft.com/office/drawing/2014/main" id="{6E95D39A-64D5-AB4B-D7F8-6FDAA1BF76C6}"/>
              </a:ext>
            </a:extLst>
          </p:cNvPr>
          <p:cNvSpPr/>
          <p:nvPr/>
        </p:nvSpPr>
        <p:spPr>
          <a:xfrm>
            <a:off x="506248" y="6385882"/>
            <a:ext cx="4210382" cy="3018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i="1" dirty="0"/>
              <a:t>Figure.3: Arms</a:t>
            </a:r>
          </a:p>
        </p:txBody>
      </p:sp>
      <p:sp>
        <p:nvSpPr>
          <p:cNvPr id="45" name="Rectangle 44">
            <a:extLst>
              <a:ext uri="{FF2B5EF4-FFF2-40B4-BE49-F238E27FC236}">
                <a16:creationId xmlns:a16="http://schemas.microsoft.com/office/drawing/2014/main" id="{73036F22-C259-D32E-000D-1A735E457F03}"/>
              </a:ext>
            </a:extLst>
          </p:cNvPr>
          <p:cNvSpPr/>
          <p:nvPr/>
        </p:nvSpPr>
        <p:spPr>
          <a:xfrm>
            <a:off x="5899504" y="2740757"/>
            <a:ext cx="3341378" cy="3018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i="1" dirty="0"/>
              <a:t>Figure.4: Frame</a:t>
            </a:r>
          </a:p>
        </p:txBody>
      </p:sp>
      <p:sp>
        <p:nvSpPr>
          <p:cNvPr id="46" name="Rectangle 45">
            <a:extLst>
              <a:ext uri="{FF2B5EF4-FFF2-40B4-BE49-F238E27FC236}">
                <a16:creationId xmlns:a16="http://schemas.microsoft.com/office/drawing/2014/main" id="{0AB36809-6079-AAC9-47C0-A556F5707733}"/>
              </a:ext>
            </a:extLst>
          </p:cNvPr>
          <p:cNvSpPr/>
          <p:nvPr/>
        </p:nvSpPr>
        <p:spPr>
          <a:xfrm>
            <a:off x="9764123" y="2763422"/>
            <a:ext cx="1993680" cy="3018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i="1" dirty="0"/>
              <a:t>Figure.5: Neck</a:t>
            </a:r>
          </a:p>
        </p:txBody>
      </p:sp>
    </p:spTree>
    <p:extLst>
      <p:ext uri="{BB962C8B-B14F-4D97-AF65-F5344CB8AC3E}">
        <p14:creationId xmlns:p14="http://schemas.microsoft.com/office/powerpoint/2010/main" val="1178328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7B495D1-A7C1-2ABC-744A-3EFB02CC3F52}"/>
              </a:ext>
            </a:extLst>
          </p:cNvPr>
          <p:cNvSpPr>
            <a:spLocks noGrp="1"/>
          </p:cNvSpPr>
          <p:nvPr>
            <p:ph sz="half" idx="1"/>
          </p:nvPr>
        </p:nvSpPr>
        <p:spPr>
          <a:xfrm>
            <a:off x="6273045" y="1341438"/>
            <a:ext cx="5187117" cy="2267994"/>
          </a:xfrm>
        </p:spPr>
        <p:txBody>
          <a:bodyPr>
            <a:normAutofit/>
          </a:bodyPr>
          <a:lstStyle/>
          <a:p>
            <a:r>
              <a:rPr lang="en-GB" b="1" dirty="0"/>
              <a:t>Base:</a:t>
            </a:r>
            <a:r>
              <a:rPr lang="en-GB" dirty="0"/>
              <a:t> Arjun designed the base as a smooth, elongated plate with evenly distributed mounting points around its edges. Its streamlined shape ties all the components together into one unified assembly, while the central cutout and fixing holes ensure clean cable routing and secure attachment of the electronics underneath.</a:t>
            </a:r>
          </a:p>
        </p:txBody>
      </p:sp>
      <p:pic>
        <p:nvPicPr>
          <p:cNvPr id="7" name="Content Placeholder 6">
            <a:extLst>
              <a:ext uri="{FF2B5EF4-FFF2-40B4-BE49-F238E27FC236}">
                <a16:creationId xmlns:a16="http://schemas.microsoft.com/office/drawing/2014/main" id="{F7EBC24A-F6C9-63F0-FDB3-50CDF7BA1D9B}"/>
              </a:ext>
            </a:extLst>
          </p:cNvPr>
          <p:cNvPicPr>
            <a:picLocks noGrp="1" noChangeAspect="1"/>
          </p:cNvPicPr>
          <p:nvPr>
            <p:ph sz="half" idx="10"/>
          </p:nvPr>
        </p:nvPicPr>
        <p:blipFill>
          <a:blip r:embed="rId2"/>
          <a:srcRect r="2" b="18275"/>
          <a:stretch>
            <a:fillRect/>
          </a:stretch>
        </p:blipFill>
        <p:spPr>
          <a:xfrm>
            <a:off x="732324" y="1341438"/>
            <a:ext cx="5187117" cy="2267994"/>
          </a:xfrm>
          <a:prstGeom prst="rect">
            <a:avLst/>
          </a:prstGeom>
          <a:noFill/>
        </p:spPr>
      </p:pic>
      <p:sp>
        <p:nvSpPr>
          <p:cNvPr id="2" name="Content Placeholder 1">
            <a:extLst>
              <a:ext uri="{FF2B5EF4-FFF2-40B4-BE49-F238E27FC236}">
                <a16:creationId xmlns:a16="http://schemas.microsoft.com/office/drawing/2014/main" id="{13E85C8C-C4CF-A890-B022-B7D8255E9A11}"/>
              </a:ext>
            </a:extLst>
          </p:cNvPr>
          <p:cNvSpPr>
            <a:spLocks noGrp="1"/>
          </p:cNvSpPr>
          <p:nvPr>
            <p:ph sz="half" idx="11"/>
          </p:nvPr>
        </p:nvSpPr>
        <p:spPr>
          <a:xfrm>
            <a:off x="732323" y="3966943"/>
            <a:ext cx="5187117" cy="2267994"/>
          </a:xfrm>
        </p:spPr>
        <p:txBody>
          <a:bodyPr>
            <a:normAutofit/>
          </a:bodyPr>
          <a:lstStyle/>
          <a:p>
            <a:pPr>
              <a:lnSpc>
                <a:spcPct val="90000"/>
              </a:lnSpc>
            </a:pPr>
            <a:r>
              <a:rPr lang="en-GB" b="1" dirty="0"/>
              <a:t>Design Sprint Reflection:</a:t>
            </a:r>
            <a:endParaRPr lang="en-GB"/>
          </a:p>
          <a:p>
            <a:pPr>
              <a:lnSpc>
                <a:spcPct val="90000"/>
              </a:lnSpc>
            </a:pPr>
            <a:r>
              <a:rPr lang="en-GB" dirty="0"/>
              <a:t>Overall, despite facing some external setbacks outside of the team's control, we felt the design sprint went really well. Every component was completed to a good standard and the team communicated effectively throughout. Had those setbacks not occurred, we're confident the sprint would have been delivered comfortably on time.</a:t>
            </a:r>
            <a:endParaRPr lang="en-GB"/>
          </a:p>
          <a:p>
            <a:pPr>
              <a:lnSpc>
                <a:spcPct val="90000"/>
              </a:lnSpc>
            </a:pPr>
            <a:endParaRPr lang="en-GB"/>
          </a:p>
        </p:txBody>
      </p:sp>
      <p:sp>
        <p:nvSpPr>
          <p:cNvPr id="12" name="Content Placeholder 4">
            <a:extLst>
              <a:ext uri="{FF2B5EF4-FFF2-40B4-BE49-F238E27FC236}">
                <a16:creationId xmlns:a16="http://schemas.microsoft.com/office/drawing/2014/main" id="{20E228CB-5AF3-2E3E-6983-597E4526D72D}"/>
              </a:ext>
            </a:extLst>
          </p:cNvPr>
          <p:cNvSpPr>
            <a:spLocks noGrp="1"/>
          </p:cNvSpPr>
          <p:nvPr>
            <p:ph sz="half" idx="12"/>
          </p:nvPr>
        </p:nvSpPr>
        <p:spPr>
          <a:xfrm>
            <a:off x="6273046" y="3966943"/>
            <a:ext cx="5186631" cy="2589132"/>
          </a:xfrm>
        </p:spPr>
        <p:txBody>
          <a:bodyPr/>
          <a:lstStyle/>
          <a:p>
            <a:r>
              <a:rPr lang="en-GB" b="1" dirty="0"/>
              <a:t>Design Sprint Evaluation</a:t>
            </a:r>
            <a:endParaRPr lang="en-GB" dirty="0"/>
          </a:p>
          <a:p>
            <a:r>
              <a:rPr lang="en-GB" dirty="0"/>
              <a:t>Overall the designed parts were of a good standard and closely matched the original specification. Some components did require minor adjustments further down the line during assembly and testing, however this is fairly normal in any engineering project. Outside of those tweaks, the parts produced during the design sprint provided a solid foundation that met the brief effectively.</a:t>
            </a:r>
          </a:p>
          <a:p>
            <a:endParaRPr lang="en-US" dirty="0"/>
          </a:p>
        </p:txBody>
      </p:sp>
      <p:sp>
        <p:nvSpPr>
          <p:cNvPr id="5" name="Title 4">
            <a:extLst>
              <a:ext uri="{FF2B5EF4-FFF2-40B4-BE49-F238E27FC236}">
                <a16:creationId xmlns:a16="http://schemas.microsoft.com/office/drawing/2014/main" id="{121FBA36-5855-745D-0EEA-8D425A406670}"/>
              </a:ext>
            </a:extLst>
          </p:cNvPr>
          <p:cNvSpPr>
            <a:spLocks noGrp="1"/>
          </p:cNvSpPr>
          <p:nvPr>
            <p:ph type="title"/>
          </p:nvPr>
        </p:nvSpPr>
        <p:spPr>
          <a:xfrm>
            <a:off x="731838" y="622238"/>
            <a:ext cx="9869901" cy="415498"/>
          </a:xfrm>
        </p:spPr>
        <p:txBody>
          <a:bodyPr anchor="t">
            <a:normAutofit/>
          </a:bodyPr>
          <a:lstStyle/>
          <a:p>
            <a:r>
              <a:rPr lang="en-GB" dirty="0"/>
              <a:t>Sprint 1 – Design - Continue</a:t>
            </a:r>
          </a:p>
        </p:txBody>
      </p:sp>
      <p:sp>
        <p:nvSpPr>
          <p:cNvPr id="8" name="Rectangle 7">
            <a:extLst>
              <a:ext uri="{FF2B5EF4-FFF2-40B4-BE49-F238E27FC236}">
                <a16:creationId xmlns:a16="http://schemas.microsoft.com/office/drawing/2014/main" id="{E70A9646-6D57-193B-3717-8D282C193E3E}"/>
              </a:ext>
            </a:extLst>
          </p:cNvPr>
          <p:cNvSpPr/>
          <p:nvPr/>
        </p:nvSpPr>
        <p:spPr>
          <a:xfrm>
            <a:off x="730867" y="3609432"/>
            <a:ext cx="5186631" cy="26621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i="1" dirty="0"/>
              <a:t>Figure.6 Base </a:t>
            </a:r>
            <a:r>
              <a:rPr lang="en-GB" i="1" dirty="0" err="1"/>
              <a:t>chasis</a:t>
            </a:r>
            <a:endParaRPr lang="en-GB" i="1" dirty="0"/>
          </a:p>
        </p:txBody>
      </p:sp>
    </p:spTree>
    <p:extLst>
      <p:ext uri="{BB962C8B-B14F-4D97-AF65-F5344CB8AC3E}">
        <p14:creationId xmlns:p14="http://schemas.microsoft.com/office/powerpoint/2010/main" val="3029566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51BE17-15DD-5CEE-2A1B-0A9932CCE08A}"/>
              </a:ext>
            </a:extLst>
          </p:cNvPr>
          <p:cNvSpPr>
            <a:spLocks noGrp="1"/>
          </p:cNvSpPr>
          <p:nvPr>
            <p:ph sz="half" idx="1"/>
          </p:nvPr>
        </p:nvSpPr>
        <p:spPr/>
        <p:txBody>
          <a:bodyPr/>
          <a:lstStyle/>
          <a:p>
            <a:endParaRPr lang="en-GB"/>
          </a:p>
        </p:txBody>
      </p:sp>
      <p:sp>
        <p:nvSpPr>
          <p:cNvPr id="3" name="Content Placeholder 2">
            <a:extLst>
              <a:ext uri="{FF2B5EF4-FFF2-40B4-BE49-F238E27FC236}">
                <a16:creationId xmlns:a16="http://schemas.microsoft.com/office/drawing/2014/main" id="{4CDCEA7A-20E8-9AB8-8A96-A5DC992BB1F6}"/>
              </a:ext>
            </a:extLst>
          </p:cNvPr>
          <p:cNvSpPr>
            <a:spLocks noGrp="1"/>
          </p:cNvSpPr>
          <p:nvPr>
            <p:ph sz="half" idx="2"/>
          </p:nvPr>
        </p:nvSpPr>
        <p:spPr/>
        <p:txBody>
          <a:bodyPr/>
          <a:lstStyle/>
          <a:p>
            <a:endParaRPr lang="en-GB"/>
          </a:p>
        </p:txBody>
      </p:sp>
      <p:sp>
        <p:nvSpPr>
          <p:cNvPr id="4" name="Title 3">
            <a:extLst>
              <a:ext uri="{FF2B5EF4-FFF2-40B4-BE49-F238E27FC236}">
                <a16:creationId xmlns:a16="http://schemas.microsoft.com/office/drawing/2014/main" id="{05D78292-FFDC-5B20-2D24-1DD54BE0F622}"/>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2225210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15CB4B-0A7D-F527-B925-FB1936651037}"/>
              </a:ext>
            </a:extLst>
          </p:cNvPr>
          <p:cNvSpPr>
            <a:spLocks noGrp="1"/>
          </p:cNvSpPr>
          <p:nvPr>
            <p:ph sz="half" idx="1"/>
          </p:nvPr>
        </p:nvSpPr>
        <p:spPr/>
        <p:txBody>
          <a:bodyPr/>
          <a:lstStyle/>
          <a:p>
            <a:endParaRPr lang="en-GB"/>
          </a:p>
        </p:txBody>
      </p:sp>
      <p:sp>
        <p:nvSpPr>
          <p:cNvPr id="3" name="Content Placeholder 2">
            <a:extLst>
              <a:ext uri="{FF2B5EF4-FFF2-40B4-BE49-F238E27FC236}">
                <a16:creationId xmlns:a16="http://schemas.microsoft.com/office/drawing/2014/main" id="{70297E41-80C2-AA9F-0882-16550AC147EF}"/>
              </a:ext>
            </a:extLst>
          </p:cNvPr>
          <p:cNvSpPr>
            <a:spLocks noGrp="1"/>
          </p:cNvSpPr>
          <p:nvPr>
            <p:ph sz="half" idx="2"/>
          </p:nvPr>
        </p:nvSpPr>
        <p:spPr/>
        <p:txBody>
          <a:bodyPr/>
          <a:lstStyle/>
          <a:p>
            <a:endParaRPr lang="en-GB"/>
          </a:p>
        </p:txBody>
      </p:sp>
      <p:sp>
        <p:nvSpPr>
          <p:cNvPr id="4" name="Title 3">
            <a:extLst>
              <a:ext uri="{FF2B5EF4-FFF2-40B4-BE49-F238E27FC236}">
                <a16:creationId xmlns:a16="http://schemas.microsoft.com/office/drawing/2014/main" id="{C129F345-8F84-35E1-C7FB-716449321D96}"/>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3570883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486C26-741D-FE73-6C11-784EA39A0F16}"/>
              </a:ext>
            </a:extLst>
          </p:cNvPr>
          <p:cNvSpPr>
            <a:spLocks noGrp="1"/>
          </p:cNvSpPr>
          <p:nvPr>
            <p:ph sz="half" idx="1"/>
          </p:nvPr>
        </p:nvSpPr>
        <p:spPr/>
        <p:txBody>
          <a:bodyPr/>
          <a:lstStyle/>
          <a:p>
            <a:endParaRPr lang="en-GB"/>
          </a:p>
        </p:txBody>
      </p:sp>
      <p:sp>
        <p:nvSpPr>
          <p:cNvPr id="3" name="Content Placeholder 2">
            <a:extLst>
              <a:ext uri="{FF2B5EF4-FFF2-40B4-BE49-F238E27FC236}">
                <a16:creationId xmlns:a16="http://schemas.microsoft.com/office/drawing/2014/main" id="{940BD4D6-6535-23B8-DD86-234083284822}"/>
              </a:ext>
            </a:extLst>
          </p:cNvPr>
          <p:cNvSpPr>
            <a:spLocks noGrp="1"/>
          </p:cNvSpPr>
          <p:nvPr>
            <p:ph sz="half" idx="10"/>
          </p:nvPr>
        </p:nvSpPr>
        <p:spPr/>
        <p:txBody>
          <a:bodyPr/>
          <a:lstStyle/>
          <a:p>
            <a:endParaRPr lang="en-GB"/>
          </a:p>
        </p:txBody>
      </p:sp>
      <p:sp>
        <p:nvSpPr>
          <p:cNvPr id="4" name="Content Placeholder 3">
            <a:extLst>
              <a:ext uri="{FF2B5EF4-FFF2-40B4-BE49-F238E27FC236}">
                <a16:creationId xmlns:a16="http://schemas.microsoft.com/office/drawing/2014/main" id="{21AED2A8-70E4-A673-AFF1-35F49A4642DF}"/>
              </a:ext>
            </a:extLst>
          </p:cNvPr>
          <p:cNvSpPr>
            <a:spLocks noGrp="1"/>
          </p:cNvSpPr>
          <p:nvPr>
            <p:ph sz="half" idx="11"/>
          </p:nvPr>
        </p:nvSpPr>
        <p:spPr/>
        <p:txBody>
          <a:bodyPr/>
          <a:lstStyle/>
          <a:p>
            <a:endParaRPr lang="en-GB"/>
          </a:p>
        </p:txBody>
      </p:sp>
      <p:sp>
        <p:nvSpPr>
          <p:cNvPr id="5" name="Content Placeholder 4">
            <a:extLst>
              <a:ext uri="{FF2B5EF4-FFF2-40B4-BE49-F238E27FC236}">
                <a16:creationId xmlns:a16="http://schemas.microsoft.com/office/drawing/2014/main" id="{9808909D-CEE7-F070-65B4-36001AF4878C}"/>
              </a:ext>
            </a:extLst>
          </p:cNvPr>
          <p:cNvSpPr>
            <a:spLocks noGrp="1"/>
          </p:cNvSpPr>
          <p:nvPr>
            <p:ph sz="half" idx="12"/>
          </p:nvPr>
        </p:nvSpPr>
        <p:spPr/>
        <p:txBody>
          <a:bodyPr/>
          <a:lstStyle/>
          <a:p>
            <a:endParaRPr lang="en-GB"/>
          </a:p>
        </p:txBody>
      </p:sp>
      <p:sp>
        <p:nvSpPr>
          <p:cNvPr id="6" name="Title 5">
            <a:extLst>
              <a:ext uri="{FF2B5EF4-FFF2-40B4-BE49-F238E27FC236}">
                <a16:creationId xmlns:a16="http://schemas.microsoft.com/office/drawing/2014/main" id="{8D32C6F0-B9F7-FE32-D8AF-066D3471C813}"/>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294049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84962-9BEB-0634-4B17-8A2CFEB36DD1}"/>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08564BCE-22D8-DC85-B957-AA8CA2F70DB8}"/>
              </a:ext>
            </a:extLst>
          </p:cNvPr>
          <p:cNvSpPr>
            <a:spLocks noGrp="1"/>
          </p:cNvSpPr>
          <p:nvPr>
            <p:ph type="body" sz="quarter" idx="18"/>
          </p:nvPr>
        </p:nvSpPr>
        <p:spPr/>
        <p:txBody>
          <a:bodyPr/>
          <a:lstStyle/>
          <a:p>
            <a:endParaRPr lang="en-GB"/>
          </a:p>
        </p:txBody>
      </p:sp>
      <p:sp>
        <p:nvSpPr>
          <p:cNvPr id="4" name="Text Placeholder 3">
            <a:extLst>
              <a:ext uri="{FF2B5EF4-FFF2-40B4-BE49-F238E27FC236}">
                <a16:creationId xmlns:a16="http://schemas.microsoft.com/office/drawing/2014/main" id="{8E2332C8-039F-6156-6B03-A6A6324E7AD7}"/>
              </a:ext>
            </a:extLst>
          </p:cNvPr>
          <p:cNvSpPr>
            <a:spLocks noGrp="1"/>
          </p:cNvSpPr>
          <p:nvPr>
            <p:ph type="body" sz="quarter" idx="19"/>
          </p:nvPr>
        </p:nvSpPr>
        <p:spPr/>
        <p:txBody>
          <a:bodyPr/>
          <a:lstStyle/>
          <a:p>
            <a:endParaRPr lang="en-GB"/>
          </a:p>
        </p:txBody>
      </p:sp>
      <p:sp>
        <p:nvSpPr>
          <p:cNvPr id="5" name="Text Placeholder 4">
            <a:extLst>
              <a:ext uri="{FF2B5EF4-FFF2-40B4-BE49-F238E27FC236}">
                <a16:creationId xmlns:a16="http://schemas.microsoft.com/office/drawing/2014/main" id="{19F4E873-5A67-4F5D-9E65-8469F4204790}"/>
              </a:ext>
            </a:extLst>
          </p:cNvPr>
          <p:cNvSpPr>
            <a:spLocks noGrp="1"/>
          </p:cNvSpPr>
          <p:nvPr>
            <p:ph type="body" sz="quarter" idx="21"/>
          </p:nvPr>
        </p:nvSpPr>
        <p:spPr/>
        <p:txBody>
          <a:bodyPr/>
          <a:lstStyle/>
          <a:p>
            <a:endParaRPr lang="en-GB"/>
          </a:p>
        </p:txBody>
      </p:sp>
      <p:sp>
        <p:nvSpPr>
          <p:cNvPr id="6" name="Text Placeholder 5">
            <a:extLst>
              <a:ext uri="{FF2B5EF4-FFF2-40B4-BE49-F238E27FC236}">
                <a16:creationId xmlns:a16="http://schemas.microsoft.com/office/drawing/2014/main" id="{9D756570-84C1-9A36-45AC-72673D28E121}"/>
              </a:ext>
            </a:extLst>
          </p:cNvPr>
          <p:cNvSpPr>
            <a:spLocks noGrp="1"/>
          </p:cNvSpPr>
          <p:nvPr>
            <p:ph type="body" sz="quarter" idx="22"/>
          </p:nvPr>
        </p:nvSpPr>
        <p:spPr/>
        <p:txBody>
          <a:bodyPr/>
          <a:lstStyle/>
          <a:p>
            <a:endParaRPr lang="en-GB"/>
          </a:p>
        </p:txBody>
      </p:sp>
      <p:sp>
        <p:nvSpPr>
          <p:cNvPr id="7" name="Text Placeholder 6">
            <a:extLst>
              <a:ext uri="{FF2B5EF4-FFF2-40B4-BE49-F238E27FC236}">
                <a16:creationId xmlns:a16="http://schemas.microsoft.com/office/drawing/2014/main" id="{5B6AD38D-6A47-FAB5-F993-0630F33DD990}"/>
              </a:ext>
            </a:extLst>
          </p:cNvPr>
          <p:cNvSpPr>
            <a:spLocks noGrp="1"/>
          </p:cNvSpPr>
          <p:nvPr>
            <p:ph type="body" sz="quarter" idx="24"/>
          </p:nvPr>
        </p:nvSpPr>
        <p:spPr/>
        <p:txBody>
          <a:bodyPr/>
          <a:lstStyle/>
          <a:p>
            <a:endParaRPr lang="en-GB"/>
          </a:p>
        </p:txBody>
      </p:sp>
      <p:sp>
        <p:nvSpPr>
          <p:cNvPr id="8" name="Text Placeholder 7">
            <a:extLst>
              <a:ext uri="{FF2B5EF4-FFF2-40B4-BE49-F238E27FC236}">
                <a16:creationId xmlns:a16="http://schemas.microsoft.com/office/drawing/2014/main" id="{25143A0D-9350-4D9F-C552-0DE2126AC90E}"/>
              </a:ext>
            </a:extLst>
          </p:cNvPr>
          <p:cNvSpPr>
            <a:spLocks noGrp="1"/>
          </p:cNvSpPr>
          <p:nvPr>
            <p:ph type="body" sz="quarter" idx="25"/>
          </p:nvPr>
        </p:nvSpPr>
        <p:spPr/>
        <p:txBody>
          <a:bodyPr/>
          <a:lstStyle/>
          <a:p>
            <a:endParaRPr lang="en-GB"/>
          </a:p>
        </p:txBody>
      </p:sp>
    </p:spTree>
    <p:extLst>
      <p:ext uri="{BB962C8B-B14F-4D97-AF65-F5344CB8AC3E}">
        <p14:creationId xmlns:p14="http://schemas.microsoft.com/office/powerpoint/2010/main" val="2409085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6E79-EAB2-4FDA-731C-B8740C39D9C2}"/>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EEF1F961-646D-B717-5C97-5D95009268C8}"/>
              </a:ext>
            </a:extLst>
          </p:cNvPr>
          <p:cNvSpPr>
            <a:spLocks noGrp="1"/>
          </p:cNvSpPr>
          <p:nvPr>
            <p:ph type="body" sz="quarter" idx="18"/>
          </p:nvPr>
        </p:nvSpPr>
        <p:spPr/>
        <p:txBody>
          <a:bodyPr/>
          <a:lstStyle/>
          <a:p>
            <a:endParaRPr lang="en-GB"/>
          </a:p>
        </p:txBody>
      </p:sp>
      <p:sp>
        <p:nvSpPr>
          <p:cNvPr id="4" name="Text Placeholder 3">
            <a:extLst>
              <a:ext uri="{FF2B5EF4-FFF2-40B4-BE49-F238E27FC236}">
                <a16:creationId xmlns:a16="http://schemas.microsoft.com/office/drawing/2014/main" id="{66C68CE3-1025-B946-9C01-047EFC4C85FC}"/>
              </a:ext>
            </a:extLst>
          </p:cNvPr>
          <p:cNvSpPr>
            <a:spLocks noGrp="1"/>
          </p:cNvSpPr>
          <p:nvPr>
            <p:ph type="body" sz="quarter" idx="19"/>
          </p:nvPr>
        </p:nvSpPr>
        <p:spPr/>
        <p:txBody>
          <a:bodyPr/>
          <a:lstStyle/>
          <a:p>
            <a:endParaRPr lang="en-GB"/>
          </a:p>
        </p:txBody>
      </p:sp>
      <p:sp>
        <p:nvSpPr>
          <p:cNvPr id="5" name="Text Placeholder 4">
            <a:extLst>
              <a:ext uri="{FF2B5EF4-FFF2-40B4-BE49-F238E27FC236}">
                <a16:creationId xmlns:a16="http://schemas.microsoft.com/office/drawing/2014/main" id="{DF0AE1B8-9414-73D1-05FD-C6D46B9EDF8F}"/>
              </a:ext>
            </a:extLst>
          </p:cNvPr>
          <p:cNvSpPr>
            <a:spLocks noGrp="1"/>
          </p:cNvSpPr>
          <p:nvPr>
            <p:ph type="body" sz="quarter" idx="21"/>
          </p:nvPr>
        </p:nvSpPr>
        <p:spPr/>
        <p:txBody>
          <a:bodyPr/>
          <a:lstStyle/>
          <a:p>
            <a:endParaRPr lang="en-GB"/>
          </a:p>
        </p:txBody>
      </p:sp>
      <p:sp>
        <p:nvSpPr>
          <p:cNvPr id="6" name="Text Placeholder 5">
            <a:extLst>
              <a:ext uri="{FF2B5EF4-FFF2-40B4-BE49-F238E27FC236}">
                <a16:creationId xmlns:a16="http://schemas.microsoft.com/office/drawing/2014/main" id="{5669DE09-734A-C2C9-9828-F71AAE0B6BEF}"/>
              </a:ext>
            </a:extLst>
          </p:cNvPr>
          <p:cNvSpPr>
            <a:spLocks noGrp="1"/>
          </p:cNvSpPr>
          <p:nvPr>
            <p:ph type="body" sz="quarter" idx="22"/>
          </p:nvPr>
        </p:nvSpPr>
        <p:spPr/>
        <p:txBody>
          <a:bodyPr/>
          <a:lstStyle/>
          <a:p>
            <a:endParaRPr lang="en-GB"/>
          </a:p>
        </p:txBody>
      </p:sp>
      <p:sp>
        <p:nvSpPr>
          <p:cNvPr id="7" name="Text Placeholder 6">
            <a:extLst>
              <a:ext uri="{FF2B5EF4-FFF2-40B4-BE49-F238E27FC236}">
                <a16:creationId xmlns:a16="http://schemas.microsoft.com/office/drawing/2014/main" id="{DE9D7D9C-4ED6-2F9D-1418-61ADE9439E02}"/>
              </a:ext>
            </a:extLst>
          </p:cNvPr>
          <p:cNvSpPr>
            <a:spLocks noGrp="1"/>
          </p:cNvSpPr>
          <p:nvPr>
            <p:ph type="body" sz="quarter" idx="24"/>
          </p:nvPr>
        </p:nvSpPr>
        <p:spPr/>
        <p:txBody>
          <a:bodyPr/>
          <a:lstStyle/>
          <a:p>
            <a:endParaRPr lang="en-GB"/>
          </a:p>
        </p:txBody>
      </p:sp>
      <p:sp>
        <p:nvSpPr>
          <p:cNvPr id="8" name="Text Placeholder 7">
            <a:extLst>
              <a:ext uri="{FF2B5EF4-FFF2-40B4-BE49-F238E27FC236}">
                <a16:creationId xmlns:a16="http://schemas.microsoft.com/office/drawing/2014/main" id="{AA75CC92-2D15-B272-5B36-D829557ABF70}"/>
              </a:ext>
            </a:extLst>
          </p:cNvPr>
          <p:cNvSpPr>
            <a:spLocks noGrp="1"/>
          </p:cNvSpPr>
          <p:nvPr>
            <p:ph type="body" sz="quarter" idx="25"/>
          </p:nvPr>
        </p:nvSpPr>
        <p:spPr/>
        <p:txBody>
          <a:bodyPr/>
          <a:lstStyle/>
          <a:p>
            <a:endParaRPr lang="en-GB"/>
          </a:p>
        </p:txBody>
      </p:sp>
      <p:sp>
        <p:nvSpPr>
          <p:cNvPr id="9" name="Text Placeholder 8">
            <a:extLst>
              <a:ext uri="{FF2B5EF4-FFF2-40B4-BE49-F238E27FC236}">
                <a16:creationId xmlns:a16="http://schemas.microsoft.com/office/drawing/2014/main" id="{955E4975-BBCA-3BAF-EFD3-B28ABB644E15}"/>
              </a:ext>
            </a:extLst>
          </p:cNvPr>
          <p:cNvSpPr>
            <a:spLocks noGrp="1"/>
          </p:cNvSpPr>
          <p:nvPr>
            <p:ph type="body" sz="quarter" idx="26"/>
          </p:nvPr>
        </p:nvSpPr>
        <p:spPr/>
        <p:txBody>
          <a:bodyPr/>
          <a:lstStyle/>
          <a:p>
            <a:endParaRPr lang="en-GB"/>
          </a:p>
        </p:txBody>
      </p:sp>
      <p:sp>
        <p:nvSpPr>
          <p:cNvPr id="10" name="Text Placeholder 9">
            <a:extLst>
              <a:ext uri="{FF2B5EF4-FFF2-40B4-BE49-F238E27FC236}">
                <a16:creationId xmlns:a16="http://schemas.microsoft.com/office/drawing/2014/main" id="{47604101-ECBC-31D1-95A0-9D63412868F1}"/>
              </a:ext>
            </a:extLst>
          </p:cNvPr>
          <p:cNvSpPr>
            <a:spLocks noGrp="1"/>
          </p:cNvSpPr>
          <p:nvPr>
            <p:ph type="body" sz="quarter" idx="27"/>
          </p:nvPr>
        </p:nvSpPr>
        <p:spPr/>
        <p:txBody>
          <a:bodyPr/>
          <a:lstStyle/>
          <a:p>
            <a:endParaRPr lang="en-GB"/>
          </a:p>
        </p:txBody>
      </p:sp>
      <p:sp>
        <p:nvSpPr>
          <p:cNvPr id="11" name="Text Placeholder 10">
            <a:extLst>
              <a:ext uri="{FF2B5EF4-FFF2-40B4-BE49-F238E27FC236}">
                <a16:creationId xmlns:a16="http://schemas.microsoft.com/office/drawing/2014/main" id="{60AF4D1C-98F1-C152-CF63-3C2F72416985}"/>
              </a:ext>
            </a:extLst>
          </p:cNvPr>
          <p:cNvSpPr>
            <a:spLocks noGrp="1"/>
          </p:cNvSpPr>
          <p:nvPr>
            <p:ph type="body" sz="quarter" idx="28"/>
          </p:nvPr>
        </p:nvSpPr>
        <p:spPr/>
        <p:txBody>
          <a:bodyPr/>
          <a:lstStyle/>
          <a:p>
            <a:endParaRPr lang="en-GB"/>
          </a:p>
        </p:txBody>
      </p:sp>
      <p:sp>
        <p:nvSpPr>
          <p:cNvPr id="12" name="Text Placeholder 11">
            <a:extLst>
              <a:ext uri="{FF2B5EF4-FFF2-40B4-BE49-F238E27FC236}">
                <a16:creationId xmlns:a16="http://schemas.microsoft.com/office/drawing/2014/main" id="{5ED73278-6EF7-2407-D8AE-E390483DF988}"/>
              </a:ext>
            </a:extLst>
          </p:cNvPr>
          <p:cNvSpPr>
            <a:spLocks noGrp="1"/>
          </p:cNvSpPr>
          <p:nvPr>
            <p:ph type="body" sz="quarter" idx="29"/>
          </p:nvPr>
        </p:nvSpPr>
        <p:spPr/>
        <p:txBody>
          <a:bodyPr/>
          <a:lstStyle/>
          <a:p>
            <a:endParaRPr lang="en-GB"/>
          </a:p>
        </p:txBody>
      </p:sp>
      <p:sp>
        <p:nvSpPr>
          <p:cNvPr id="13" name="Text Placeholder 12">
            <a:extLst>
              <a:ext uri="{FF2B5EF4-FFF2-40B4-BE49-F238E27FC236}">
                <a16:creationId xmlns:a16="http://schemas.microsoft.com/office/drawing/2014/main" id="{AAEB9C75-C3F9-974E-9E7C-5B9EE74E4903}"/>
              </a:ext>
            </a:extLst>
          </p:cNvPr>
          <p:cNvSpPr>
            <a:spLocks noGrp="1"/>
          </p:cNvSpPr>
          <p:nvPr>
            <p:ph type="body" sz="quarter" idx="30"/>
          </p:nvPr>
        </p:nvSpPr>
        <p:spPr/>
        <p:txBody>
          <a:bodyPr/>
          <a:lstStyle/>
          <a:p>
            <a:endParaRPr lang="en-GB"/>
          </a:p>
        </p:txBody>
      </p:sp>
      <p:sp>
        <p:nvSpPr>
          <p:cNvPr id="14" name="Text Placeholder 13">
            <a:extLst>
              <a:ext uri="{FF2B5EF4-FFF2-40B4-BE49-F238E27FC236}">
                <a16:creationId xmlns:a16="http://schemas.microsoft.com/office/drawing/2014/main" id="{28378D8F-2A9F-37A5-4A8A-575F22836DD5}"/>
              </a:ext>
            </a:extLst>
          </p:cNvPr>
          <p:cNvSpPr>
            <a:spLocks noGrp="1"/>
          </p:cNvSpPr>
          <p:nvPr>
            <p:ph type="body" sz="quarter" idx="31"/>
          </p:nvPr>
        </p:nvSpPr>
        <p:spPr/>
        <p:txBody>
          <a:bodyPr/>
          <a:lstStyle/>
          <a:p>
            <a:endParaRPr lang="en-GB"/>
          </a:p>
        </p:txBody>
      </p:sp>
    </p:spTree>
    <p:extLst>
      <p:ext uri="{BB962C8B-B14F-4D97-AF65-F5344CB8AC3E}">
        <p14:creationId xmlns:p14="http://schemas.microsoft.com/office/powerpoint/2010/main" val="396508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2ADEF-9DEC-621D-64A6-0EF95F97219B}"/>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7F3DB9A9-2296-8312-7958-EBE0EAD00CC4}"/>
              </a:ext>
            </a:extLst>
          </p:cNvPr>
          <p:cNvSpPr>
            <a:spLocks noGrp="1"/>
          </p:cNvSpPr>
          <p:nvPr>
            <p:ph type="body" sz="quarter" idx="19"/>
          </p:nvPr>
        </p:nvSpPr>
        <p:spPr/>
        <p:txBody>
          <a:bodyPr/>
          <a:lstStyle/>
          <a:p>
            <a:endParaRPr lang="en-GB"/>
          </a:p>
        </p:txBody>
      </p:sp>
      <p:sp>
        <p:nvSpPr>
          <p:cNvPr id="4" name="Text Placeholder 3">
            <a:extLst>
              <a:ext uri="{FF2B5EF4-FFF2-40B4-BE49-F238E27FC236}">
                <a16:creationId xmlns:a16="http://schemas.microsoft.com/office/drawing/2014/main" id="{B27E0DEA-D8F0-1DD6-6903-8B46532B6A7B}"/>
              </a:ext>
            </a:extLst>
          </p:cNvPr>
          <p:cNvSpPr>
            <a:spLocks noGrp="1"/>
          </p:cNvSpPr>
          <p:nvPr>
            <p:ph type="body" sz="quarter" idx="22"/>
          </p:nvPr>
        </p:nvSpPr>
        <p:spPr/>
        <p:txBody>
          <a:bodyPr/>
          <a:lstStyle/>
          <a:p>
            <a:endParaRPr lang="en-GB"/>
          </a:p>
        </p:txBody>
      </p:sp>
      <p:sp>
        <p:nvSpPr>
          <p:cNvPr id="5" name="Text Placeholder 4">
            <a:extLst>
              <a:ext uri="{FF2B5EF4-FFF2-40B4-BE49-F238E27FC236}">
                <a16:creationId xmlns:a16="http://schemas.microsoft.com/office/drawing/2014/main" id="{54BF0AFD-B3C6-4AB7-6A4E-8430198F840B}"/>
              </a:ext>
            </a:extLst>
          </p:cNvPr>
          <p:cNvSpPr>
            <a:spLocks noGrp="1"/>
          </p:cNvSpPr>
          <p:nvPr>
            <p:ph type="body" sz="quarter" idx="25"/>
          </p:nvPr>
        </p:nvSpPr>
        <p:spPr/>
        <p:txBody>
          <a:bodyPr/>
          <a:lstStyle/>
          <a:p>
            <a:endParaRPr lang="en-GB"/>
          </a:p>
        </p:txBody>
      </p:sp>
    </p:spTree>
    <p:extLst>
      <p:ext uri="{BB962C8B-B14F-4D97-AF65-F5344CB8AC3E}">
        <p14:creationId xmlns:p14="http://schemas.microsoft.com/office/powerpoint/2010/main" val="2931297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2C348-6150-436B-8421-2AC6BD6CB0DE}"/>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2DF8FFDC-81AA-C8DC-A14A-BE98EBFB99A9}"/>
              </a:ext>
            </a:extLst>
          </p:cNvPr>
          <p:cNvSpPr>
            <a:spLocks noGrp="1"/>
          </p:cNvSpPr>
          <p:nvPr>
            <p:ph type="body" sz="quarter" idx="19"/>
          </p:nvPr>
        </p:nvSpPr>
        <p:spPr/>
        <p:txBody>
          <a:bodyPr/>
          <a:lstStyle/>
          <a:p>
            <a:endParaRPr lang="en-GB"/>
          </a:p>
        </p:txBody>
      </p:sp>
      <p:sp>
        <p:nvSpPr>
          <p:cNvPr id="4" name="Text Placeholder 3">
            <a:extLst>
              <a:ext uri="{FF2B5EF4-FFF2-40B4-BE49-F238E27FC236}">
                <a16:creationId xmlns:a16="http://schemas.microsoft.com/office/drawing/2014/main" id="{C1B2FD1A-19A0-CD86-5FDA-9755CBC70525}"/>
              </a:ext>
            </a:extLst>
          </p:cNvPr>
          <p:cNvSpPr>
            <a:spLocks noGrp="1"/>
          </p:cNvSpPr>
          <p:nvPr>
            <p:ph type="body" sz="quarter" idx="20"/>
          </p:nvPr>
        </p:nvSpPr>
        <p:spPr/>
        <p:txBody>
          <a:bodyPr/>
          <a:lstStyle/>
          <a:p>
            <a:endParaRPr lang="en-GB"/>
          </a:p>
        </p:txBody>
      </p:sp>
      <p:sp>
        <p:nvSpPr>
          <p:cNvPr id="5" name="Text Placeholder 4">
            <a:extLst>
              <a:ext uri="{FF2B5EF4-FFF2-40B4-BE49-F238E27FC236}">
                <a16:creationId xmlns:a16="http://schemas.microsoft.com/office/drawing/2014/main" id="{FF83EB80-8EE4-DFC1-0104-EB09970555C6}"/>
              </a:ext>
            </a:extLst>
          </p:cNvPr>
          <p:cNvSpPr>
            <a:spLocks noGrp="1"/>
          </p:cNvSpPr>
          <p:nvPr>
            <p:ph type="body" sz="quarter" idx="21"/>
          </p:nvPr>
        </p:nvSpPr>
        <p:spPr/>
        <p:txBody>
          <a:bodyPr/>
          <a:lstStyle/>
          <a:p>
            <a:endParaRPr lang="en-GB"/>
          </a:p>
        </p:txBody>
      </p:sp>
      <p:sp>
        <p:nvSpPr>
          <p:cNvPr id="6" name="Text Placeholder 5">
            <a:extLst>
              <a:ext uri="{FF2B5EF4-FFF2-40B4-BE49-F238E27FC236}">
                <a16:creationId xmlns:a16="http://schemas.microsoft.com/office/drawing/2014/main" id="{F479DFFF-9565-559E-A595-6E485EB6D885}"/>
              </a:ext>
            </a:extLst>
          </p:cNvPr>
          <p:cNvSpPr>
            <a:spLocks noGrp="1"/>
          </p:cNvSpPr>
          <p:nvPr>
            <p:ph type="body" sz="quarter" idx="22"/>
          </p:nvPr>
        </p:nvSpPr>
        <p:spPr/>
        <p:txBody>
          <a:bodyPr/>
          <a:lstStyle/>
          <a:p>
            <a:endParaRPr lang="en-GB"/>
          </a:p>
        </p:txBody>
      </p:sp>
      <p:sp>
        <p:nvSpPr>
          <p:cNvPr id="7" name="Text Placeholder 6">
            <a:extLst>
              <a:ext uri="{FF2B5EF4-FFF2-40B4-BE49-F238E27FC236}">
                <a16:creationId xmlns:a16="http://schemas.microsoft.com/office/drawing/2014/main" id="{411FB6B6-070D-2DBF-5037-97B6AC9FB40F}"/>
              </a:ext>
            </a:extLst>
          </p:cNvPr>
          <p:cNvSpPr>
            <a:spLocks noGrp="1"/>
          </p:cNvSpPr>
          <p:nvPr>
            <p:ph type="body" sz="quarter" idx="23"/>
          </p:nvPr>
        </p:nvSpPr>
        <p:spPr/>
        <p:txBody>
          <a:bodyPr/>
          <a:lstStyle/>
          <a:p>
            <a:endParaRPr lang="en-GB"/>
          </a:p>
        </p:txBody>
      </p:sp>
      <p:sp>
        <p:nvSpPr>
          <p:cNvPr id="8" name="Text Placeholder 7">
            <a:extLst>
              <a:ext uri="{FF2B5EF4-FFF2-40B4-BE49-F238E27FC236}">
                <a16:creationId xmlns:a16="http://schemas.microsoft.com/office/drawing/2014/main" id="{17DACB62-59E3-3290-39CD-DD863B4FE6F0}"/>
              </a:ext>
            </a:extLst>
          </p:cNvPr>
          <p:cNvSpPr>
            <a:spLocks noGrp="1"/>
          </p:cNvSpPr>
          <p:nvPr>
            <p:ph type="body" sz="quarter" idx="24"/>
          </p:nvPr>
        </p:nvSpPr>
        <p:spPr/>
        <p:txBody>
          <a:bodyPr/>
          <a:lstStyle/>
          <a:p>
            <a:endParaRPr lang="en-GB"/>
          </a:p>
        </p:txBody>
      </p:sp>
    </p:spTree>
    <p:extLst>
      <p:ext uri="{BB962C8B-B14F-4D97-AF65-F5344CB8AC3E}">
        <p14:creationId xmlns:p14="http://schemas.microsoft.com/office/powerpoint/2010/main" val="3605799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BC38B088-FBE6-C40B-11E1-BC9255974434}"/>
              </a:ext>
            </a:extLst>
          </p:cNvPr>
          <p:cNvSpPr>
            <a:spLocks noGrp="1"/>
          </p:cNvSpPr>
          <p:nvPr>
            <p:ph type="pic" sz="quarter" idx="13"/>
          </p:nvPr>
        </p:nvSpPr>
        <p:spPr/>
        <p:txBody>
          <a:bodyPr/>
          <a:lstStyle/>
          <a:p>
            <a:endParaRPr lang="en-GB"/>
          </a:p>
        </p:txBody>
      </p:sp>
      <p:sp>
        <p:nvSpPr>
          <p:cNvPr id="3" name="Text Placeholder 2">
            <a:extLst>
              <a:ext uri="{FF2B5EF4-FFF2-40B4-BE49-F238E27FC236}">
                <a16:creationId xmlns:a16="http://schemas.microsoft.com/office/drawing/2014/main" id="{AA8E6D33-046D-A7A6-96A7-915A0692A355}"/>
              </a:ext>
            </a:extLst>
          </p:cNvPr>
          <p:cNvSpPr>
            <a:spLocks noGrp="1"/>
          </p:cNvSpPr>
          <p:nvPr>
            <p:ph type="body" sz="quarter" idx="14"/>
          </p:nvPr>
        </p:nvSpPr>
        <p:spPr/>
        <p:txBody>
          <a:bodyPr/>
          <a:lstStyle/>
          <a:p>
            <a:endParaRPr lang="en-GB"/>
          </a:p>
        </p:txBody>
      </p:sp>
      <p:sp>
        <p:nvSpPr>
          <p:cNvPr id="4" name="Title 3">
            <a:extLst>
              <a:ext uri="{FF2B5EF4-FFF2-40B4-BE49-F238E27FC236}">
                <a16:creationId xmlns:a16="http://schemas.microsoft.com/office/drawing/2014/main" id="{D989B84D-60EF-22C4-9916-0AF5F16D3D4A}"/>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287902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6D2CDCA-4138-3BBB-B69A-2D38E05D633B}"/>
              </a:ext>
            </a:extLst>
          </p:cNvPr>
          <p:cNvSpPr>
            <a:spLocks noGrp="1"/>
          </p:cNvSpPr>
          <p:nvPr>
            <p:ph type="pic" sz="quarter" idx="13"/>
          </p:nvPr>
        </p:nvSpPr>
        <p:spPr/>
        <p:txBody>
          <a:bodyPr/>
          <a:lstStyle/>
          <a:p>
            <a:endParaRPr lang="en-GB"/>
          </a:p>
        </p:txBody>
      </p:sp>
      <p:sp>
        <p:nvSpPr>
          <p:cNvPr id="3" name="Text Placeholder 2">
            <a:extLst>
              <a:ext uri="{FF2B5EF4-FFF2-40B4-BE49-F238E27FC236}">
                <a16:creationId xmlns:a16="http://schemas.microsoft.com/office/drawing/2014/main" id="{F5E53836-5D58-4CBD-1110-2FC69DD4809C}"/>
              </a:ext>
            </a:extLst>
          </p:cNvPr>
          <p:cNvSpPr>
            <a:spLocks noGrp="1"/>
          </p:cNvSpPr>
          <p:nvPr>
            <p:ph type="body" sz="quarter" idx="14"/>
          </p:nvPr>
        </p:nvSpPr>
        <p:spPr/>
        <p:txBody>
          <a:bodyPr/>
          <a:lstStyle/>
          <a:p>
            <a:endParaRPr lang="en-GB"/>
          </a:p>
        </p:txBody>
      </p:sp>
      <p:sp>
        <p:nvSpPr>
          <p:cNvPr id="4" name="Title 3">
            <a:extLst>
              <a:ext uri="{FF2B5EF4-FFF2-40B4-BE49-F238E27FC236}">
                <a16:creationId xmlns:a16="http://schemas.microsoft.com/office/drawing/2014/main" id="{402DC3C6-C5F6-127D-6FCC-B61D063D4693}"/>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3112319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63B697D-6F5E-0803-668F-18E42D6CC2A3}"/>
              </a:ext>
            </a:extLst>
          </p:cNvPr>
          <p:cNvSpPr>
            <a:spLocks noGrp="1"/>
          </p:cNvSpPr>
          <p:nvPr>
            <p:ph type="pic" sz="quarter" idx="13"/>
          </p:nvPr>
        </p:nvSpPr>
        <p:spPr/>
        <p:txBody>
          <a:bodyPr/>
          <a:lstStyle/>
          <a:p>
            <a:endParaRPr lang="en-GB"/>
          </a:p>
        </p:txBody>
      </p:sp>
      <p:sp>
        <p:nvSpPr>
          <p:cNvPr id="3" name="Text Placeholder 2">
            <a:extLst>
              <a:ext uri="{FF2B5EF4-FFF2-40B4-BE49-F238E27FC236}">
                <a16:creationId xmlns:a16="http://schemas.microsoft.com/office/drawing/2014/main" id="{819EAB38-17C7-FF9B-5371-95DD934D18A7}"/>
              </a:ext>
            </a:extLst>
          </p:cNvPr>
          <p:cNvSpPr>
            <a:spLocks noGrp="1"/>
          </p:cNvSpPr>
          <p:nvPr>
            <p:ph type="body" sz="quarter" idx="14"/>
          </p:nvPr>
        </p:nvSpPr>
        <p:spPr/>
        <p:txBody>
          <a:bodyPr/>
          <a:lstStyle/>
          <a:p>
            <a:endParaRPr lang="en-GB"/>
          </a:p>
        </p:txBody>
      </p:sp>
      <p:sp>
        <p:nvSpPr>
          <p:cNvPr id="4" name="Title 3">
            <a:extLst>
              <a:ext uri="{FF2B5EF4-FFF2-40B4-BE49-F238E27FC236}">
                <a16:creationId xmlns:a16="http://schemas.microsoft.com/office/drawing/2014/main" id="{8F0205A3-A64E-AC1D-BBA6-C136DE5CBFAF}"/>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2091755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3876B1E-32D1-29AA-99AA-01C8E81BFE2C}"/>
              </a:ext>
            </a:extLst>
          </p:cNvPr>
          <p:cNvSpPr>
            <a:spLocks noGrp="1"/>
          </p:cNvSpPr>
          <p:nvPr>
            <p:ph type="body" sz="quarter" idx="14"/>
          </p:nvPr>
        </p:nvSpPr>
        <p:spPr/>
        <p:txBody>
          <a:bodyPr/>
          <a:lstStyle/>
          <a:p>
            <a:endParaRPr lang="en-GB"/>
          </a:p>
        </p:txBody>
      </p:sp>
      <p:sp>
        <p:nvSpPr>
          <p:cNvPr id="3" name="Picture Placeholder 2">
            <a:extLst>
              <a:ext uri="{FF2B5EF4-FFF2-40B4-BE49-F238E27FC236}">
                <a16:creationId xmlns:a16="http://schemas.microsoft.com/office/drawing/2014/main" id="{429A0725-F9C3-2681-4EC1-44886A42F6C6}"/>
              </a:ext>
            </a:extLst>
          </p:cNvPr>
          <p:cNvSpPr>
            <a:spLocks noGrp="1"/>
          </p:cNvSpPr>
          <p:nvPr>
            <p:ph type="pic" sz="quarter" idx="13"/>
          </p:nvPr>
        </p:nvSpPr>
        <p:spPr/>
        <p:txBody>
          <a:bodyPr/>
          <a:lstStyle/>
          <a:p>
            <a:endParaRPr lang="en-GB"/>
          </a:p>
        </p:txBody>
      </p:sp>
      <p:sp>
        <p:nvSpPr>
          <p:cNvPr id="4" name="Picture Placeholder 3">
            <a:extLst>
              <a:ext uri="{FF2B5EF4-FFF2-40B4-BE49-F238E27FC236}">
                <a16:creationId xmlns:a16="http://schemas.microsoft.com/office/drawing/2014/main" id="{20B56965-DA17-92F7-5D8C-D8106F1338FD}"/>
              </a:ext>
            </a:extLst>
          </p:cNvPr>
          <p:cNvSpPr>
            <a:spLocks noGrp="1"/>
          </p:cNvSpPr>
          <p:nvPr>
            <p:ph type="pic" sz="quarter" idx="15"/>
          </p:nvPr>
        </p:nvSpPr>
        <p:spPr/>
        <p:txBody>
          <a:bodyPr/>
          <a:lstStyle/>
          <a:p>
            <a:endParaRPr lang="en-GB"/>
          </a:p>
        </p:txBody>
      </p:sp>
      <p:sp>
        <p:nvSpPr>
          <p:cNvPr id="5" name="Title 4">
            <a:extLst>
              <a:ext uri="{FF2B5EF4-FFF2-40B4-BE49-F238E27FC236}">
                <a16:creationId xmlns:a16="http://schemas.microsoft.com/office/drawing/2014/main" id="{B828E8C0-B8E2-C1CA-B62F-52E80108EEE1}"/>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3007998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651A6B0-548B-F63C-0E0E-B6D354C28BF9}"/>
              </a:ext>
            </a:extLst>
          </p:cNvPr>
          <p:cNvSpPr>
            <a:spLocks noGrp="1"/>
          </p:cNvSpPr>
          <p:nvPr>
            <p:ph type="pic" sz="quarter" idx="13"/>
          </p:nvPr>
        </p:nvSpPr>
        <p:spPr/>
        <p:txBody>
          <a:bodyPr/>
          <a:lstStyle/>
          <a:p>
            <a:endParaRPr lang="en-GB"/>
          </a:p>
        </p:txBody>
      </p:sp>
      <p:sp>
        <p:nvSpPr>
          <p:cNvPr id="3" name="Picture Placeholder 2">
            <a:extLst>
              <a:ext uri="{FF2B5EF4-FFF2-40B4-BE49-F238E27FC236}">
                <a16:creationId xmlns:a16="http://schemas.microsoft.com/office/drawing/2014/main" id="{7059C434-B530-E915-32BA-879943D94135}"/>
              </a:ext>
            </a:extLst>
          </p:cNvPr>
          <p:cNvSpPr>
            <a:spLocks noGrp="1"/>
          </p:cNvSpPr>
          <p:nvPr>
            <p:ph type="pic" sz="quarter" idx="15"/>
          </p:nvPr>
        </p:nvSpPr>
        <p:spPr/>
        <p:txBody>
          <a:bodyPr/>
          <a:lstStyle/>
          <a:p>
            <a:endParaRPr lang="en-GB"/>
          </a:p>
        </p:txBody>
      </p:sp>
      <p:sp>
        <p:nvSpPr>
          <p:cNvPr id="4" name="Text Placeholder 3">
            <a:extLst>
              <a:ext uri="{FF2B5EF4-FFF2-40B4-BE49-F238E27FC236}">
                <a16:creationId xmlns:a16="http://schemas.microsoft.com/office/drawing/2014/main" id="{E0B6B684-E19E-181D-21EB-218B4693897A}"/>
              </a:ext>
            </a:extLst>
          </p:cNvPr>
          <p:cNvSpPr>
            <a:spLocks noGrp="1"/>
          </p:cNvSpPr>
          <p:nvPr>
            <p:ph type="body" sz="quarter" idx="14"/>
          </p:nvPr>
        </p:nvSpPr>
        <p:spPr/>
        <p:txBody>
          <a:bodyPr/>
          <a:lstStyle/>
          <a:p>
            <a:endParaRPr lang="en-GB"/>
          </a:p>
        </p:txBody>
      </p:sp>
      <p:sp>
        <p:nvSpPr>
          <p:cNvPr id="5" name="Title 4">
            <a:extLst>
              <a:ext uri="{FF2B5EF4-FFF2-40B4-BE49-F238E27FC236}">
                <a16:creationId xmlns:a16="http://schemas.microsoft.com/office/drawing/2014/main" id="{370FA189-44BE-4D4A-13A7-4D7C9E60DBE7}"/>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1658522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78FAD8C-231E-A144-5D5E-88D1A99913A4}"/>
              </a:ext>
            </a:extLst>
          </p:cNvPr>
          <p:cNvSpPr>
            <a:spLocks noGrp="1"/>
          </p:cNvSpPr>
          <p:nvPr>
            <p:ph type="pic" sz="quarter" idx="13"/>
          </p:nvPr>
        </p:nvSpPr>
        <p:spPr/>
        <p:txBody>
          <a:bodyPr/>
          <a:lstStyle/>
          <a:p>
            <a:endParaRPr lang="en-GB"/>
          </a:p>
        </p:txBody>
      </p:sp>
      <p:sp>
        <p:nvSpPr>
          <p:cNvPr id="3" name="Text Placeholder 2">
            <a:extLst>
              <a:ext uri="{FF2B5EF4-FFF2-40B4-BE49-F238E27FC236}">
                <a16:creationId xmlns:a16="http://schemas.microsoft.com/office/drawing/2014/main" id="{823B4F96-0258-6F32-2E6C-52DF27BB4383}"/>
              </a:ext>
            </a:extLst>
          </p:cNvPr>
          <p:cNvSpPr>
            <a:spLocks noGrp="1"/>
          </p:cNvSpPr>
          <p:nvPr>
            <p:ph type="body" sz="quarter" idx="14"/>
          </p:nvPr>
        </p:nvSpPr>
        <p:spPr/>
        <p:txBody>
          <a:bodyPr/>
          <a:lstStyle/>
          <a:p>
            <a:endParaRPr lang="en-GB"/>
          </a:p>
        </p:txBody>
      </p:sp>
      <p:sp>
        <p:nvSpPr>
          <p:cNvPr id="4" name="Picture Placeholder 3">
            <a:extLst>
              <a:ext uri="{FF2B5EF4-FFF2-40B4-BE49-F238E27FC236}">
                <a16:creationId xmlns:a16="http://schemas.microsoft.com/office/drawing/2014/main" id="{5D734941-D153-FD03-1F33-8B2E5D18979A}"/>
              </a:ext>
            </a:extLst>
          </p:cNvPr>
          <p:cNvSpPr>
            <a:spLocks noGrp="1"/>
          </p:cNvSpPr>
          <p:nvPr>
            <p:ph type="pic" sz="quarter" idx="15"/>
          </p:nvPr>
        </p:nvSpPr>
        <p:spPr/>
        <p:txBody>
          <a:bodyPr/>
          <a:lstStyle/>
          <a:p>
            <a:endParaRPr lang="en-GB"/>
          </a:p>
        </p:txBody>
      </p:sp>
      <p:sp>
        <p:nvSpPr>
          <p:cNvPr id="5" name="Title 4">
            <a:extLst>
              <a:ext uri="{FF2B5EF4-FFF2-40B4-BE49-F238E27FC236}">
                <a16:creationId xmlns:a16="http://schemas.microsoft.com/office/drawing/2014/main" id="{549416D0-02B1-8682-67FA-F34492FD6ADB}"/>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34495421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A985B3E-B909-FD9A-513F-5DFAF114CC9E}"/>
              </a:ext>
            </a:extLst>
          </p:cNvPr>
          <p:cNvSpPr>
            <a:spLocks noGrp="1"/>
          </p:cNvSpPr>
          <p:nvPr>
            <p:ph type="pic" sz="quarter" idx="13"/>
          </p:nvPr>
        </p:nvSpPr>
        <p:spPr/>
        <p:txBody>
          <a:bodyPr/>
          <a:lstStyle/>
          <a:p>
            <a:endParaRPr lang="en-GB"/>
          </a:p>
        </p:txBody>
      </p:sp>
      <p:sp>
        <p:nvSpPr>
          <p:cNvPr id="3" name="Picture Placeholder 2">
            <a:extLst>
              <a:ext uri="{FF2B5EF4-FFF2-40B4-BE49-F238E27FC236}">
                <a16:creationId xmlns:a16="http://schemas.microsoft.com/office/drawing/2014/main" id="{7A06AD5C-461C-DECB-9FA2-C1C355F362D2}"/>
              </a:ext>
            </a:extLst>
          </p:cNvPr>
          <p:cNvSpPr>
            <a:spLocks noGrp="1"/>
          </p:cNvSpPr>
          <p:nvPr>
            <p:ph type="pic" sz="quarter" idx="15"/>
          </p:nvPr>
        </p:nvSpPr>
        <p:spPr/>
        <p:txBody>
          <a:bodyPr/>
          <a:lstStyle/>
          <a:p>
            <a:endParaRPr lang="en-GB"/>
          </a:p>
        </p:txBody>
      </p:sp>
      <p:sp>
        <p:nvSpPr>
          <p:cNvPr id="4" name="Text Placeholder 3">
            <a:extLst>
              <a:ext uri="{FF2B5EF4-FFF2-40B4-BE49-F238E27FC236}">
                <a16:creationId xmlns:a16="http://schemas.microsoft.com/office/drawing/2014/main" id="{E528FD0A-9AAA-0CEB-BC00-4AB7CC857F7B}"/>
              </a:ext>
            </a:extLst>
          </p:cNvPr>
          <p:cNvSpPr>
            <a:spLocks noGrp="1"/>
          </p:cNvSpPr>
          <p:nvPr>
            <p:ph type="body" sz="quarter" idx="14"/>
          </p:nvPr>
        </p:nvSpPr>
        <p:spPr/>
        <p:txBody>
          <a:bodyPr/>
          <a:lstStyle/>
          <a:p>
            <a:endParaRPr lang="en-GB"/>
          </a:p>
        </p:txBody>
      </p:sp>
      <p:sp>
        <p:nvSpPr>
          <p:cNvPr id="5" name="Title 4">
            <a:extLst>
              <a:ext uri="{FF2B5EF4-FFF2-40B4-BE49-F238E27FC236}">
                <a16:creationId xmlns:a16="http://schemas.microsoft.com/office/drawing/2014/main" id="{E319D317-39A1-8897-E83F-578395C40B58}"/>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2307447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517BE-421B-8238-67B4-8A66AD073DE1}"/>
              </a:ext>
            </a:extLst>
          </p:cNvPr>
          <p:cNvSpPr>
            <a:spLocks noGrp="1"/>
          </p:cNvSpPr>
          <p:nvPr>
            <p:ph type="title"/>
          </p:nvPr>
        </p:nvSpPr>
        <p:spPr/>
        <p:txBody>
          <a:bodyPr/>
          <a:lstStyle/>
          <a:p>
            <a:endParaRPr lang="en-GB" dirty="0"/>
          </a:p>
        </p:txBody>
      </p:sp>
      <p:sp>
        <p:nvSpPr>
          <p:cNvPr id="3" name="Picture Placeholder 2">
            <a:extLst>
              <a:ext uri="{FF2B5EF4-FFF2-40B4-BE49-F238E27FC236}">
                <a16:creationId xmlns:a16="http://schemas.microsoft.com/office/drawing/2014/main" id="{67A670EA-5922-B3D7-46D7-A80E1FA418EC}"/>
              </a:ext>
            </a:extLst>
          </p:cNvPr>
          <p:cNvSpPr>
            <a:spLocks noGrp="1"/>
          </p:cNvSpPr>
          <p:nvPr>
            <p:ph type="pic" sz="quarter" idx="13"/>
          </p:nvPr>
        </p:nvSpPr>
        <p:spPr/>
        <p:txBody>
          <a:bodyPr/>
          <a:lstStyle/>
          <a:p>
            <a:endParaRPr lang="en-GB"/>
          </a:p>
        </p:txBody>
      </p:sp>
    </p:spTree>
    <p:extLst>
      <p:ext uri="{BB962C8B-B14F-4D97-AF65-F5344CB8AC3E}">
        <p14:creationId xmlns:p14="http://schemas.microsoft.com/office/powerpoint/2010/main" val="1450897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CEAEE-A13B-F634-790C-E6E1FA632B88}"/>
              </a:ext>
            </a:extLst>
          </p:cNvPr>
          <p:cNvSpPr>
            <a:spLocks noGrp="1"/>
          </p:cNvSpPr>
          <p:nvPr>
            <p:ph type="title"/>
          </p:nvPr>
        </p:nvSpPr>
        <p:spPr/>
        <p:txBody>
          <a:bodyPr/>
          <a:lstStyle/>
          <a:p>
            <a:endParaRPr lang="en-GB"/>
          </a:p>
        </p:txBody>
      </p:sp>
      <p:sp>
        <p:nvSpPr>
          <p:cNvPr id="3" name="Picture Placeholder 2">
            <a:extLst>
              <a:ext uri="{FF2B5EF4-FFF2-40B4-BE49-F238E27FC236}">
                <a16:creationId xmlns:a16="http://schemas.microsoft.com/office/drawing/2014/main" id="{364FFFDA-30E0-11CF-17A5-DB33CCD9F963}"/>
              </a:ext>
            </a:extLst>
          </p:cNvPr>
          <p:cNvSpPr>
            <a:spLocks noGrp="1"/>
          </p:cNvSpPr>
          <p:nvPr>
            <p:ph type="pic" sz="quarter" idx="13"/>
          </p:nvPr>
        </p:nvSpPr>
        <p:spPr/>
        <p:txBody>
          <a:bodyPr/>
          <a:lstStyle/>
          <a:p>
            <a:endParaRPr lang="en-GB"/>
          </a:p>
        </p:txBody>
      </p:sp>
    </p:spTree>
    <p:extLst>
      <p:ext uri="{BB962C8B-B14F-4D97-AF65-F5344CB8AC3E}">
        <p14:creationId xmlns:p14="http://schemas.microsoft.com/office/powerpoint/2010/main" val="3069269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DB63A-3AA2-D56A-055D-73A6C42B22B7}"/>
              </a:ext>
            </a:extLst>
          </p:cNvPr>
          <p:cNvSpPr>
            <a:spLocks noGrp="1"/>
          </p:cNvSpPr>
          <p:nvPr>
            <p:ph type="title"/>
          </p:nvPr>
        </p:nvSpPr>
        <p:spPr/>
        <p:txBody>
          <a:bodyPr/>
          <a:lstStyle/>
          <a:p>
            <a:endParaRPr lang="en-GB"/>
          </a:p>
        </p:txBody>
      </p:sp>
      <p:sp>
        <p:nvSpPr>
          <p:cNvPr id="3" name="Picture Placeholder 2">
            <a:extLst>
              <a:ext uri="{FF2B5EF4-FFF2-40B4-BE49-F238E27FC236}">
                <a16:creationId xmlns:a16="http://schemas.microsoft.com/office/drawing/2014/main" id="{A4DA461C-B1F0-A9FC-E733-2E1793190754}"/>
              </a:ext>
            </a:extLst>
          </p:cNvPr>
          <p:cNvSpPr>
            <a:spLocks noGrp="1"/>
          </p:cNvSpPr>
          <p:nvPr>
            <p:ph type="pic" sz="quarter" idx="13"/>
          </p:nvPr>
        </p:nvSpPr>
        <p:spPr/>
        <p:txBody>
          <a:bodyPr/>
          <a:lstStyle/>
          <a:p>
            <a:endParaRPr lang="en-GB"/>
          </a:p>
        </p:txBody>
      </p:sp>
    </p:spTree>
    <p:extLst>
      <p:ext uri="{BB962C8B-B14F-4D97-AF65-F5344CB8AC3E}">
        <p14:creationId xmlns:p14="http://schemas.microsoft.com/office/powerpoint/2010/main" val="2227379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D29E3-C7F1-A426-1DE2-44EDCA6E50AC}"/>
              </a:ext>
            </a:extLst>
          </p:cNvPr>
          <p:cNvSpPr>
            <a:spLocks noGrp="1"/>
          </p:cNvSpPr>
          <p:nvPr>
            <p:ph type="title"/>
          </p:nvPr>
        </p:nvSpPr>
        <p:spPr/>
        <p:txBody>
          <a:bodyPr/>
          <a:lstStyle/>
          <a:p>
            <a:endParaRPr lang="en-GB"/>
          </a:p>
        </p:txBody>
      </p:sp>
      <p:sp>
        <p:nvSpPr>
          <p:cNvPr id="3" name="Picture Placeholder 2">
            <a:extLst>
              <a:ext uri="{FF2B5EF4-FFF2-40B4-BE49-F238E27FC236}">
                <a16:creationId xmlns:a16="http://schemas.microsoft.com/office/drawing/2014/main" id="{AD421DFE-7992-2527-36CD-A64BC2355E31}"/>
              </a:ext>
            </a:extLst>
          </p:cNvPr>
          <p:cNvSpPr>
            <a:spLocks noGrp="1"/>
          </p:cNvSpPr>
          <p:nvPr>
            <p:ph type="pic" sz="quarter" idx="13"/>
          </p:nvPr>
        </p:nvSpPr>
        <p:spPr/>
        <p:txBody>
          <a:bodyPr/>
          <a:lstStyle/>
          <a:p>
            <a:endParaRPr lang="en-GB"/>
          </a:p>
        </p:txBody>
      </p:sp>
    </p:spTree>
    <p:extLst>
      <p:ext uri="{BB962C8B-B14F-4D97-AF65-F5344CB8AC3E}">
        <p14:creationId xmlns:p14="http://schemas.microsoft.com/office/powerpoint/2010/main" val="3065277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0F722-E070-A445-EC79-1D7015978D78}"/>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1437301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27406-1C42-1BA9-829D-6C870E6D4038}"/>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8327921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CD3EAAD-043F-6D64-0F32-B1BE8ED56B14}"/>
              </a:ext>
            </a:extLst>
          </p:cNvPr>
          <p:cNvSpPr>
            <a:spLocks noGrp="1"/>
          </p:cNvSpPr>
          <p:nvPr>
            <p:ph type="pic" sz="quarter" idx="13"/>
          </p:nvPr>
        </p:nvSpPr>
        <p:spPr/>
        <p:txBody>
          <a:bodyPr/>
          <a:lstStyle/>
          <a:p>
            <a:endParaRPr lang="en-GB"/>
          </a:p>
        </p:txBody>
      </p:sp>
    </p:spTree>
    <p:extLst>
      <p:ext uri="{BB962C8B-B14F-4D97-AF65-F5344CB8AC3E}">
        <p14:creationId xmlns:p14="http://schemas.microsoft.com/office/powerpoint/2010/main" val="34790312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dia Placeholder 1">
            <a:extLst>
              <a:ext uri="{FF2B5EF4-FFF2-40B4-BE49-F238E27FC236}">
                <a16:creationId xmlns:a16="http://schemas.microsoft.com/office/drawing/2014/main" id="{BBB83E10-6EF6-FF6B-1266-1F015882FEC4}"/>
              </a:ext>
            </a:extLst>
          </p:cNvPr>
          <p:cNvSpPr>
            <a:spLocks noGrp="1"/>
          </p:cNvSpPr>
          <p:nvPr>
            <p:ph type="media" sz="quarter" idx="10"/>
          </p:nvPr>
        </p:nvSpPr>
        <p:spPr/>
        <p:txBody>
          <a:bodyPr/>
          <a:lstStyle/>
          <a:p>
            <a:endParaRPr lang="en-GB"/>
          </a:p>
        </p:txBody>
      </p:sp>
    </p:spTree>
    <p:extLst>
      <p:ext uri="{BB962C8B-B14F-4D97-AF65-F5344CB8AC3E}">
        <p14:creationId xmlns:p14="http://schemas.microsoft.com/office/powerpoint/2010/main" val="26984291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CC145758-1CE2-915C-D483-41EB08160CFB}"/>
              </a:ext>
            </a:extLst>
          </p:cNvPr>
          <p:cNvSpPr>
            <a:spLocks noGrp="1"/>
          </p:cNvSpPr>
          <p:nvPr>
            <p:ph type="pic" sz="quarter" idx="13"/>
          </p:nvPr>
        </p:nvSpPr>
        <p:spPr/>
        <p:txBody>
          <a:bodyPr/>
          <a:lstStyle/>
          <a:p>
            <a:endParaRPr lang="en-GB"/>
          </a:p>
        </p:txBody>
      </p:sp>
      <p:sp>
        <p:nvSpPr>
          <p:cNvPr id="3" name="Text Placeholder 2">
            <a:extLst>
              <a:ext uri="{FF2B5EF4-FFF2-40B4-BE49-F238E27FC236}">
                <a16:creationId xmlns:a16="http://schemas.microsoft.com/office/drawing/2014/main" id="{D4DCFF89-C95E-E691-A9C4-F0BD64B89B61}"/>
              </a:ext>
            </a:extLst>
          </p:cNvPr>
          <p:cNvSpPr>
            <a:spLocks noGrp="1"/>
          </p:cNvSpPr>
          <p:nvPr>
            <p:ph type="body" sz="quarter" idx="14"/>
          </p:nvPr>
        </p:nvSpPr>
        <p:spPr/>
        <p:txBody>
          <a:bodyPr/>
          <a:lstStyle/>
          <a:p>
            <a:endParaRPr lang="en-GB"/>
          </a:p>
        </p:txBody>
      </p:sp>
      <p:sp>
        <p:nvSpPr>
          <p:cNvPr id="4" name="Title 3">
            <a:extLst>
              <a:ext uri="{FF2B5EF4-FFF2-40B4-BE49-F238E27FC236}">
                <a16:creationId xmlns:a16="http://schemas.microsoft.com/office/drawing/2014/main" id="{42458952-DDEC-78DF-961D-DC3936C96A79}"/>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1014278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480C2E-5FB4-8C30-E6CA-3810C55E3C34}"/>
              </a:ext>
            </a:extLst>
          </p:cNvPr>
          <p:cNvSpPr>
            <a:spLocks noGrp="1"/>
          </p:cNvSpPr>
          <p:nvPr>
            <p:ph type="body" sz="quarter" idx="14"/>
          </p:nvPr>
        </p:nvSpPr>
        <p:spPr/>
        <p:txBody>
          <a:bodyPr/>
          <a:lstStyle/>
          <a:p>
            <a:endParaRPr lang="en-GB"/>
          </a:p>
        </p:txBody>
      </p:sp>
      <p:sp>
        <p:nvSpPr>
          <p:cNvPr id="3" name="Picture Placeholder 2">
            <a:extLst>
              <a:ext uri="{FF2B5EF4-FFF2-40B4-BE49-F238E27FC236}">
                <a16:creationId xmlns:a16="http://schemas.microsoft.com/office/drawing/2014/main" id="{62407AD2-EC9E-3FBD-58F2-5A72C9B65455}"/>
              </a:ext>
            </a:extLst>
          </p:cNvPr>
          <p:cNvSpPr>
            <a:spLocks noGrp="1"/>
          </p:cNvSpPr>
          <p:nvPr>
            <p:ph type="pic" sz="quarter" idx="15"/>
          </p:nvPr>
        </p:nvSpPr>
        <p:spPr/>
        <p:txBody>
          <a:bodyPr/>
          <a:lstStyle/>
          <a:p>
            <a:endParaRPr lang="en-GB"/>
          </a:p>
        </p:txBody>
      </p:sp>
      <p:sp>
        <p:nvSpPr>
          <p:cNvPr id="4" name="Title 3">
            <a:extLst>
              <a:ext uri="{FF2B5EF4-FFF2-40B4-BE49-F238E27FC236}">
                <a16:creationId xmlns:a16="http://schemas.microsoft.com/office/drawing/2014/main" id="{123D5B06-A1D0-3167-17FB-8E6E361397E9}"/>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5646232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42E98-913D-DA0E-C419-B56BFBFE0705}"/>
              </a:ext>
            </a:extLst>
          </p:cNvPr>
          <p:cNvSpPr>
            <a:spLocks noGrp="1"/>
          </p:cNvSpPr>
          <p:nvPr>
            <p:ph type="ctrTitle"/>
          </p:nvPr>
        </p:nvSpPr>
        <p:spPr>
          <a:xfrm>
            <a:off x="731838" y="2142520"/>
            <a:ext cx="10728325" cy="784830"/>
          </a:xfrm>
        </p:spPr>
        <p:txBody>
          <a:bodyPr/>
          <a:lstStyle/>
          <a:p>
            <a:r>
              <a:rPr lang="en-GB" dirty="0"/>
              <a:t>Thank you</a:t>
            </a:r>
          </a:p>
        </p:txBody>
      </p:sp>
      <p:sp>
        <p:nvSpPr>
          <p:cNvPr id="3" name="Subtitle 2">
            <a:extLst>
              <a:ext uri="{FF2B5EF4-FFF2-40B4-BE49-F238E27FC236}">
                <a16:creationId xmlns:a16="http://schemas.microsoft.com/office/drawing/2014/main" id="{5E8BA6F1-D80B-2267-D99A-AB0252C682DD}"/>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843521394"/>
      </p:ext>
    </p:extLst>
  </p:cSld>
  <p:clrMapOvr>
    <a:masterClrMapping/>
  </p:clrMapOvr>
</p:sld>
</file>

<file path=ppt/theme/theme1.xml><?xml version="1.0" encoding="utf-8"?>
<a:theme xmlns:a="http://schemas.openxmlformats.org/drawingml/2006/main" name="Custom Design">
  <a:themeElements>
    <a:clrScheme name="Herts 2024">
      <a:dk1>
        <a:srgbClr val="000000"/>
      </a:dk1>
      <a:lt1>
        <a:srgbClr val="FFFFFF"/>
      </a:lt1>
      <a:dk2>
        <a:srgbClr val="000000"/>
      </a:dk2>
      <a:lt2>
        <a:srgbClr val="FFFFFF"/>
      </a:lt2>
      <a:accent1>
        <a:srgbClr val="9A46CF"/>
      </a:accent1>
      <a:accent2>
        <a:srgbClr val="00B9E4"/>
      </a:accent2>
      <a:accent3>
        <a:srgbClr val="F53F5B"/>
      </a:accent3>
      <a:accent4>
        <a:srgbClr val="0073CF"/>
      </a:accent4>
      <a:accent5>
        <a:srgbClr val="45B382"/>
      </a:accent5>
      <a:accent6>
        <a:srgbClr val="FFCF20"/>
      </a:accent6>
      <a:hlink>
        <a:srgbClr val="9A46CF"/>
      </a:hlink>
      <a:folHlink>
        <a:srgbClr val="0073C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238D22C9-2D0C-AA44-A0D2-5FD12D9008CF}" vid="{0C4936D8-1D51-3B4C-90D0-569BAFB4CE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20" ma:contentTypeDescription="Create a new document." ma:contentTypeScope="" ma:versionID="dfed7aa17f90e169ea531504b4f8871d">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465e9d6d082226720c5f06b77115214e"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ae0a39fc-eab5-4218-a4ea-be23ca52bc5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8175645e-2251-4c0c-a68a-b328c89161bf}" ma:internalName="TaxCatchAll" ma:showField="CatchAllData" ma:web="3c474641-ec36-472f-b125-6b1b0910eaa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lcf76f155ced4ddcb4097134ff3c332f xmlns="4ad138b4-2b68-4b70-945d-07f8f18b1c9a">
      <Terms xmlns="http://schemas.microsoft.com/office/infopath/2007/PartnerControls"/>
    </lcf76f155ced4ddcb4097134ff3c332f>
    <TaxCatchAll xmlns="3c474641-ec36-472f-b125-6b1b0910eaa4" xsi:nil="true"/>
  </documentManagement>
</p:properties>
</file>

<file path=customXml/itemProps1.xml><?xml version="1.0" encoding="utf-8"?>
<ds:datastoreItem xmlns:ds="http://schemas.openxmlformats.org/officeDocument/2006/customXml" ds:itemID="{28CD151A-E48B-4795-834B-87A59023CB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d138b4-2b68-4b70-945d-07f8f18b1c9a"/>
    <ds:schemaRef ds:uri="3c474641-ec36-472f-b125-6b1b0910ea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EDD1FC41-23C7-41B0-B5F9-BF4CD38AD2ED}">
  <ds:schemaRefs>
    <ds:schemaRef ds:uri="4ad138b4-2b68-4b70-945d-07f8f18b1c9a"/>
    <ds:schemaRef ds:uri="http://www.w3.org/XML/1998/namespace"/>
    <ds:schemaRef ds:uri="http://purl.org/dc/elements/1.1/"/>
    <ds:schemaRef ds:uri="http://purl.org/dc/terms/"/>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3c474641-ec36-472f-b125-6b1b0910eaa4"/>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herts_main</Template>
  <TotalTime>108</TotalTime>
  <Words>755</Words>
  <Application>Microsoft Office PowerPoint</Application>
  <PresentationFormat>Widescreen</PresentationFormat>
  <Paragraphs>35</Paragraphs>
  <Slides>31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Wingdings</vt:lpstr>
      <vt:lpstr>Custom Design</vt:lpstr>
      <vt:lpstr>Team 2 – Robot presentation</vt:lpstr>
      <vt:lpstr>Introduction</vt:lpstr>
      <vt:lpstr>The Team</vt:lpstr>
      <vt:lpstr>Sprint one – Design sprint </vt:lpstr>
      <vt:lpstr>Sprint 1 – Design - Continue</vt:lpstr>
      <vt:lpstr>Sprint 1 – Design - Continue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Aleksis Elvin</dc:creator>
  <cp:keywords/>
  <dc:description/>
  <cp:lastModifiedBy>Aleksis Elvin</cp:lastModifiedBy>
  <cp:revision>1</cp:revision>
  <dcterms:created xsi:type="dcterms:W3CDTF">2026-04-19T11:38:59Z</dcterms:created>
  <dcterms:modified xsi:type="dcterms:W3CDTF">2026-04-19T13:27:18Z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y fmtid="{D5CDD505-2E9C-101B-9397-08002B2CF9AE}" pid="3" name="MediaServiceImageTags">
    <vt:lpwstr/>
  </property>
</Properties>
</file>